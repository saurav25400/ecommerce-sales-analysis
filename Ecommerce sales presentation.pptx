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sldIdLst>
    <p:sldId id="256" r:id="rId2"/>
    <p:sldId id="268"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C20261B-BAA7-4F95-9EC7-FDA4B7C109FA}">
          <p14:sldIdLst>
            <p14:sldId id="256"/>
            <p14:sldId id="268"/>
            <p14:sldId id="257"/>
            <p14:sldId id="258"/>
          </p14:sldIdLst>
        </p14:section>
        <p14:section name="Untitled Section" id="{52638EB1-B82B-46E5-9486-B54F02FE27BE}">
          <p14:sldIdLst>
            <p14:sldId id="259"/>
            <p14:sldId id="260"/>
            <p14:sldId id="261"/>
            <p14:sldId id="262"/>
            <p14:sldId id="263"/>
            <p14:sldId id="264"/>
            <p14:sldId id="265"/>
            <p14:sldId id="266"/>
            <p14:sldId id="26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B7E76D-FCB3-420E-9883-E3FFEC3A5DC7}" v="37" dt="2026-07-05T18:07:48.9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urav kumar" userId="8a083b85784beda6" providerId="LiveId" clId="{FAC1092B-871E-4A7C-AF0A-7B367F409DAB}"/>
    <pc:docChg chg="undo custSel addSld modSld addMainMaster delMainMaster addSection modSection">
      <pc:chgData name="saurav kumar" userId="8a083b85784beda6" providerId="LiveId" clId="{FAC1092B-871E-4A7C-AF0A-7B367F409DAB}" dt="2026-07-05T18:08:03.719" v="1063" actId="26606"/>
      <pc:docMkLst>
        <pc:docMk/>
      </pc:docMkLst>
      <pc:sldChg chg="addSp delSp modSp mod setBg modClrScheme chgLayout">
        <pc:chgData name="saurav kumar" userId="8a083b85784beda6" providerId="LiveId" clId="{FAC1092B-871E-4A7C-AF0A-7B367F409DAB}" dt="2026-07-05T17:06:07.867" v="211" actId="20577"/>
        <pc:sldMkLst>
          <pc:docMk/>
          <pc:sldMk cId="1177052538" sldId="256"/>
        </pc:sldMkLst>
        <pc:spChg chg="mod">
          <ac:chgData name="saurav kumar" userId="8a083b85784beda6" providerId="LiveId" clId="{FAC1092B-871E-4A7C-AF0A-7B367F409DAB}" dt="2026-07-05T17:05:41.589" v="190" actId="26606"/>
          <ac:spMkLst>
            <pc:docMk/>
            <pc:sldMk cId="1177052538" sldId="256"/>
            <ac:spMk id="2" creationId="{87BE5C24-EF92-93EA-E689-DC0A64C64E3E}"/>
          </ac:spMkLst>
        </pc:spChg>
        <pc:spChg chg="add mod ord">
          <ac:chgData name="saurav kumar" userId="8a083b85784beda6" providerId="LiveId" clId="{FAC1092B-871E-4A7C-AF0A-7B367F409DAB}" dt="2026-07-05T17:06:07.867" v="211" actId="20577"/>
          <ac:spMkLst>
            <pc:docMk/>
            <pc:sldMk cId="1177052538" sldId="256"/>
            <ac:spMk id="4" creationId="{9922165C-6D18-F758-32DC-68846854CD09}"/>
          </ac:spMkLst>
        </pc:spChg>
        <pc:spChg chg="add del">
          <ac:chgData name="saurav kumar" userId="8a083b85784beda6" providerId="LiveId" clId="{FAC1092B-871E-4A7C-AF0A-7B367F409DAB}" dt="2026-07-05T17:05:09.952" v="171" actId="26606"/>
          <ac:spMkLst>
            <pc:docMk/>
            <pc:sldMk cId="1177052538" sldId="256"/>
            <ac:spMk id="11" creationId="{BA2AFC67-0973-EC0D-F14E-710D701B20BD}"/>
          </ac:spMkLst>
        </pc:spChg>
        <pc:spChg chg="add del">
          <ac:chgData name="saurav kumar" userId="8a083b85784beda6" providerId="LiveId" clId="{FAC1092B-871E-4A7C-AF0A-7B367F409DAB}" dt="2026-07-05T17:05:13.132" v="173" actId="26606"/>
          <ac:spMkLst>
            <pc:docMk/>
            <pc:sldMk cId="1177052538" sldId="256"/>
            <ac:spMk id="15" creationId="{E49D7415-2F11-44C2-B6AA-13A25B6814B9}"/>
          </ac:spMkLst>
        </pc:spChg>
        <pc:spChg chg="add del">
          <ac:chgData name="saurav kumar" userId="8a083b85784beda6" providerId="LiveId" clId="{FAC1092B-871E-4A7C-AF0A-7B367F409DAB}" dt="2026-07-05T17:05:19.925" v="179" actId="26606"/>
          <ac:spMkLst>
            <pc:docMk/>
            <pc:sldMk cId="1177052538" sldId="256"/>
            <ac:spMk id="18" creationId="{104332FF-8349-42A5-B5C8-5EE3825CE252}"/>
          </ac:spMkLst>
        </pc:spChg>
        <pc:spChg chg="add del">
          <ac:chgData name="saurav kumar" userId="8a083b85784beda6" providerId="LiveId" clId="{FAC1092B-871E-4A7C-AF0A-7B367F409DAB}" dt="2026-07-05T17:05:19.925" v="179" actId="26606"/>
          <ac:spMkLst>
            <pc:docMk/>
            <pc:sldMk cId="1177052538" sldId="256"/>
            <ac:spMk id="20" creationId="{5A0118C5-4F8D-4CF4-BADD-53FEACC6C42A}"/>
          </ac:spMkLst>
        </pc:spChg>
        <pc:spChg chg="add del">
          <ac:chgData name="saurav kumar" userId="8a083b85784beda6" providerId="LiveId" clId="{FAC1092B-871E-4A7C-AF0A-7B367F409DAB}" dt="2026-07-05T17:05:15.382" v="175" actId="26606"/>
          <ac:spMkLst>
            <pc:docMk/>
            <pc:sldMk cId="1177052538" sldId="256"/>
            <ac:spMk id="21" creationId="{774A975B-A886-5202-0489-6965514A0D14}"/>
          </ac:spMkLst>
        </pc:spChg>
        <pc:spChg chg="add del">
          <ac:chgData name="saurav kumar" userId="8a083b85784beda6" providerId="LiveId" clId="{FAC1092B-871E-4A7C-AF0A-7B367F409DAB}" dt="2026-07-05T17:05:15.382" v="175" actId="26606"/>
          <ac:spMkLst>
            <pc:docMk/>
            <pc:sldMk cId="1177052538" sldId="256"/>
            <ac:spMk id="22" creationId="{0EC38958-9A69-239A-BA79-2AEC73345F4B}"/>
          </ac:spMkLst>
        </pc:spChg>
        <pc:spChg chg="add del">
          <ac:chgData name="saurav kumar" userId="8a083b85784beda6" providerId="LiveId" clId="{FAC1092B-871E-4A7C-AF0A-7B367F409DAB}" dt="2026-07-05T17:05:15.382" v="175" actId="26606"/>
          <ac:spMkLst>
            <pc:docMk/>
            <pc:sldMk cId="1177052538" sldId="256"/>
            <ac:spMk id="23" creationId="{6EC109E5-0396-8968-4F42-DFEC280363B6}"/>
          </ac:spMkLst>
        </pc:spChg>
        <pc:spChg chg="add del">
          <ac:chgData name="saurav kumar" userId="8a083b85784beda6" providerId="LiveId" clId="{FAC1092B-871E-4A7C-AF0A-7B367F409DAB}" dt="2026-07-05T17:05:17.319" v="177" actId="26606"/>
          <ac:spMkLst>
            <pc:docMk/>
            <pc:sldMk cId="1177052538" sldId="256"/>
            <ac:spMk id="26" creationId="{744CAA32-F237-419C-A2DD-43C28D920D3C}"/>
          </ac:spMkLst>
        </pc:spChg>
        <pc:spChg chg="add del">
          <ac:chgData name="saurav kumar" userId="8a083b85784beda6" providerId="LiveId" clId="{FAC1092B-871E-4A7C-AF0A-7B367F409DAB}" dt="2026-07-05T17:05:24.203" v="181" actId="26606"/>
          <ac:spMkLst>
            <pc:docMk/>
            <pc:sldMk cId="1177052538" sldId="256"/>
            <ac:spMk id="51" creationId="{A2679492-7988-4050-9056-542444452411}"/>
          </ac:spMkLst>
        </pc:spChg>
        <pc:spChg chg="add del">
          <ac:chgData name="saurav kumar" userId="8a083b85784beda6" providerId="LiveId" clId="{FAC1092B-871E-4A7C-AF0A-7B367F409DAB}" dt="2026-07-05T17:05:24.203" v="181" actId="26606"/>
          <ac:spMkLst>
            <pc:docMk/>
            <pc:sldMk cId="1177052538" sldId="256"/>
            <ac:spMk id="52" creationId="{B091B163-7D61-4891-ABCF-5C13D9C418D0}"/>
          </ac:spMkLst>
        </pc:spChg>
        <pc:spChg chg="add del">
          <ac:chgData name="saurav kumar" userId="8a083b85784beda6" providerId="LiveId" clId="{FAC1092B-871E-4A7C-AF0A-7B367F409DAB}" dt="2026-07-05T17:05:29.980" v="183" actId="26606"/>
          <ac:spMkLst>
            <pc:docMk/>
            <pc:sldMk cId="1177052538" sldId="256"/>
            <ac:spMk id="57" creationId="{5F2D5967-D287-4BDA-8914-854D6EC8A938}"/>
          </ac:spMkLst>
        </pc:spChg>
        <pc:spChg chg="add del">
          <ac:chgData name="saurav kumar" userId="8a083b85784beda6" providerId="LiveId" clId="{FAC1092B-871E-4A7C-AF0A-7B367F409DAB}" dt="2026-07-05T17:05:38.318" v="185" actId="26606"/>
          <ac:spMkLst>
            <pc:docMk/>
            <pc:sldMk cId="1177052538" sldId="256"/>
            <ac:spMk id="61" creationId="{BD4C0BBB-0042-4603-A226-6117F3FD5B3C}"/>
          </ac:spMkLst>
        </pc:spChg>
        <pc:spChg chg="add del">
          <ac:chgData name="saurav kumar" userId="8a083b85784beda6" providerId="LiveId" clId="{FAC1092B-871E-4A7C-AF0A-7B367F409DAB}" dt="2026-07-05T17:05:38.318" v="185" actId="26606"/>
          <ac:spMkLst>
            <pc:docMk/>
            <pc:sldMk cId="1177052538" sldId="256"/>
            <ac:spMk id="62" creationId="{EC44F520-2598-460E-9F91-B02F60830CA2}"/>
          </ac:spMkLst>
        </pc:spChg>
        <pc:spChg chg="add del">
          <ac:chgData name="saurav kumar" userId="8a083b85784beda6" providerId="LiveId" clId="{FAC1092B-871E-4A7C-AF0A-7B367F409DAB}" dt="2026-07-05T17:05:38.318" v="185" actId="26606"/>
          <ac:spMkLst>
            <pc:docMk/>
            <pc:sldMk cId="1177052538" sldId="256"/>
            <ac:spMk id="63" creationId="{979E27D9-03C7-44E2-9FF8-15D0C8506AF7}"/>
          </ac:spMkLst>
        </pc:spChg>
        <pc:spChg chg="add del">
          <ac:chgData name="saurav kumar" userId="8a083b85784beda6" providerId="LiveId" clId="{FAC1092B-871E-4A7C-AF0A-7B367F409DAB}" dt="2026-07-05T17:05:38.318" v="185" actId="26606"/>
          <ac:spMkLst>
            <pc:docMk/>
            <pc:sldMk cId="1177052538" sldId="256"/>
            <ac:spMk id="64" creationId="{EEBF1590-3B36-48EE-A89D-3B6F3CB256AB}"/>
          </ac:spMkLst>
        </pc:spChg>
        <pc:spChg chg="add del">
          <ac:chgData name="saurav kumar" userId="8a083b85784beda6" providerId="LiveId" clId="{FAC1092B-871E-4A7C-AF0A-7B367F409DAB}" dt="2026-07-05T17:05:38.318" v="185" actId="26606"/>
          <ac:spMkLst>
            <pc:docMk/>
            <pc:sldMk cId="1177052538" sldId="256"/>
            <ac:spMk id="65" creationId="{AC8F6C8C-AB5A-4548-942D-E3FD40ACBC49}"/>
          </ac:spMkLst>
        </pc:spChg>
        <pc:spChg chg="add del">
          <ac:chgData name="saurav kumar" userId="8a083b85784beda6" providerId="LiveId" clId="{FAC1092B-871E-4A7C-AF0A-7B367F409DAB}" dt="2026-07-05T17:05:39.726" v="187" actId="26606"/>
          <ac:spMkLst>
            <pc:docMk/>
            <pc:sldMk cId="1177052538" sldId="256"/>
            <ac:spMk id="71" creationId="{104332FF-8349-42A5-B5C8-5EE3825CE252}"/>
          </ac:spMkLst>
        </pc:spChg>
        <pc:spChg chg="add del">
          <ac:chgData name="saurav kumar" userId="8a083b85784beda6" providerId="LiveId" clId="{FAC1092B-871E-4A7C-AF0A-7B367F409DAB}" dt="2026-07-05T17:05:39.726" v="187" actId="26606"/>
          <ac:spMkLst>
            <pc:docMk/>
            <pc:sldMk cId="1177052538" sldId="256"/>
            <ac:spMk id="72" creationId="{5A0118C5-4F8D-4CF4-BADD-53FEACC6C42A}"/>
          </ac:spMkLst>
        </pc:spChg>
        <pc:spChg chg="add del">
          <ac:chgData name="saurav kumar" userId="8a083b85784beda6" providerId="LiveId" clId="{FAC1092B-871E-4A7C-AF0A-7B367F409DAB}" dt="2026-07-05T17:05:41.515" v="189" actId="26606"/>
          <ac:spMkLst>
            <pc:docMk/>
            <pc:sldMk cId="1177052538" sldId="256"/>
            <ac:spMk id="81" creationId="{744CAA32-F237-419C-A2DD-43C28D920D3C}"/>
          </ac:spMkLst>
        </pc:spChg>
        <pc:spChg chg="add">
          <ac:chgData name="saurav kumar" userId="8a083b85784beda6" providerId="LiveId" clId="{FAC1092B-871E-4A7C-AF0A-7B367F409DAB}" dt="2026-07-05T17:05:41.589" v="190" actId="26606"/>
          <ac:spMkLst>
            <pc:docMk/>
            <pc:sldMk cId="1177052538" sldId="256"/>
            <ac:spMk id="84" creationId="{BD4C0BBB-0042-4603-A226-6117F3FD5B3C}"/>
          </ac:spMkLst>
        </pc:spChg>
        <pc:spChg chg="add">
          <ac:chgData name="saurav kumar" userId="8a083b85784beda6" providerId="LiveId" clId="{FAC1092B-871E-4A7C-AF0A-7B367F409DAB}" dt="2026-07-05T17:05:41.589" v="190" actId="26606"/>
          <ac:spMkLst>
            <pc:docMk/>
            <pc:sldMk cId="1177052538" sldId="256"/>
            <ac:spMk id="85" creationId="{EC44F520-2598-460E-9F91-B02F60830CA2}"/>
          </ac:spMkLst>
        </pc:spChg>
        <pc:spChg chg="add">
          <ac:chgData name="saurav kumar" userId="8a083b85784beda6" providerId="LiveId" clId="{FAC1092B-871E-4A7C-AF0A-7B367F409DAB}" dt="2026-07-05T17:05:41.589" v="190" actId="26606"/>
          <ac:spMkLst>
            <pc:docMk/>
            <pc:sldMk cId="1177052538" sldId="256"/>
            <ac:spMk id="86" creationId="{979E27D9-03C7-44E2-9FF8-15D0C8506AF7}"/>
          </ac:spMkLst>
        </pc:spChg>
        <pc:spChg chg="add">
          <ac:chgData name="saurav kumar" userId="8a083b85784beda6" providerId="LiveId" clId="{FAC1092B-871E-4A7C-AF0A-7B367F409DAB}" dt="2026-07-05T17:05:41.589" v="190" actId="26606"/>
          <ac:spMkLst>
            <pc:docMk/>
            <pc:sldMk cId="1177052538" sldId="256"/>
            <ac:spMk id="87" creationId="{EEBF1590-3B36-48EE-A89D-3B6F3CB256AB}"/>
          </ac:spMkLst>
        </pc:spChg>
        <pc:spChg chg="add">
          <ac:chgData name="saurav kumar" userId="8a083b85784beda6" providerId="LiveId" clId="{FAC1092B-871E-4A7C-AF0A-7B367F409DAB}" dt="2026-07-05T17:05:41.589" v="190" actId="26606"/>
          <ac:spMkLst>
            <pc:docMk/>
            <pc:sldMk cId="1177052538" sldId="256"/>
            <ac:spMk id="88" creationId="{AC8F6C8C-AB5A-4548-942D-E3FD40ACBC49}"/>
          </ac:spMkLst>
        </pc:spChg>
        <pc:grpChg chg="add del">
          <ac:chgData name="saurav kumar" userId="8a083b85784beda6" providerId="LiveId" clId="{FAC1092B-871E-4A7C-AF0A-7B367F409DAB}" dt="2026-07-05T17:05:19.925" v="179" actId="26606"/>
          <ac:grpSpMkLst>
            <pc:docMk/>
            <pc:sldMk cId="1177052538" sldId="256"/>
            <ac:grpSpMk id="29" creationId="{8997F1B7-1EE7-4EA5-A5A4-866F9A810C9F}"/>
          </ac:grpSpMkLst>
        </pc:grpChg>
        <pc:grpChg chg="add del">
          <ac:chgData name="saurav kumar" userId="8a083b85784beda6" providerId="LiveId" clId="{FAC1092B-871E-4A7C-AF0A-7B367F409DAB}" dt="2026-07-05T17:05:19.925" v="179" actId="26606"/>
          <ac:grpSpMkLst>
            <pc:docMk/>
            <pc:sldMk cId="1177052538" sldId="256"/>
            <ac:grpSpMk id="30" creationId="{582A903B-6B78-4F0A-B7C9-3D80499020B8}"/>
          </ac:grpSpMkLst>
        </pc:grpChg>
        <pc:grpChg chg="add del">
          <ac:chgData name="saurav kumar" userId="8a083b85784beda6" providerId="LiveId" clId="{FAC1092B-871E-4A7C-AF0A-7B367F409DAB}" dt="2026-07-05T17:05:19.925" v="179" actId="26606"/>
          <ac:grpSpMkLst>
            <pc:docMk/>
            <pc:sldMk cId="1177052538" sldId="256"/>
            <ac:grpSpMk id="37" creationId="{617CAA5F-37E3-4DF6-9DD0-68A40D21611B}"/>
          </ac:grpSpMkLst>
        </pc:grpChg>
        <pc:grpChg chg="add del">
          <ac:chgData name="saurav kumar" userId="8a083b85784beda6" providerId="LiveId" clId="{FAC1092B-871E-4A7C-AF0A-7B367F409DAB}" dt="2026-07-05T17:05:19.925" v="179" actId="26606"/>
          <ac:grpSpMkLst>
            <pc:docMk/>
            <pc:sldMk cId="1177052538" sldId="256"/>
            <ac:grpSpMk id="45" creationId="{B894EFA8-F425-4D19-A94B-445388B31E20}"/>
          </ac:grpSpMkLst>
        </pc:grpChg>
        <pc:grpChg chg="add del">
          <ac:chgData name="saurav kumar" userId="8a083b85784beda6" providerId="LiveId" clId="{FAC1092B-871E-4A7C-AF0A-7B367F409DAB}" dt="2026-07-05T17:05:19.925" v="179" actId="26606"/>
          <ac:grpSpMkLst>
            <pc:docMk/>
            <pc:sldMk cId="1177052538" sldId="256"/>
            <ac:grpSpMk id="47" creationId="{C28CAB86-AA69-4EF8-A4E2-4E020497D0BB}"/>
          </ac:grpSpMkLst>
        </pc:grpChg>
        <pc:grpChg chg="add del">
          <ac:chgData name="saurav kumar" userId="8a083b85784beda6" providerId="LiveId" clId="{FAC1092B-871E-4A7C-AF0A-7B367F409DAB}" dt="2026-07-05T17:05:39.726" v="187" actId="26606"/>
          <ac:grpSpMkLst>
            <pc:docMk/>
            <pc:sldMk cId="1177052538" sldId="256"/>
            <ac:grpSpMk id="67" creationId="{8997F1B7-1EE7-4EA5-A5A4-866F9A810C9F}"/>
          </ac:grpSpMkLst>
        </pc:grpChg>
        <pc:grpChg chg="add del">
          <ac:chgData name="saurav kumar" userId="8a083b85784beda6" providerId="LiveId" clId="{FAC1092B-871E-4A7C-AF0A-7B367F409DAB}" dt="2026-07-05T17:05:39.726" v="187" actId="26606"/>
          <ac:grpSpMkLst>
            <pc:docMk/>
            <pc:sldMk cId="1177052538" sldId="256"/>
            <ac:grpSpMk id="73" creationId="{B894EFA8-F425-4D19-A94B-445388B31E20}"/>
          </ac:grpSpMkLst>
        </pc:grpChg>
        <pc:grpChg chg="add del">
          <ac:chgData name="saurav kumar" userId="8a083b85784beda6" providerId="LiveId" clId="{FAC1092B-871E-4A7C-AF0A-7B367F409DAB}" dt="2026-07-05T17:05:39.726" v="187" actId="26606"/>
          <ac:grpSpMkLst>
            <pc:docMk/>
            <pc:sldMk cId="1177052538" sldId="256"/>
            <ac:grpSpMk id="75" creationId="{C28CAB86-AA69-4EF8-A4E2-4E020497D0BB}"/>
          </ac:grpSpMkLst>
        </pc:grpChg>
        <pc:grpChg chg="add del">
          <ac:chgData name="saurav kumar" userId="8a083b85784beda6" providerId="LiveId" clId="{FAC1092B-871E-4A7C-AF0A-7B367F409DAB}" dt="2026-07-05T17:05:39.726" v="187" actId="26606"/>
          <ac:grpSpMkLst>
            <pc:docMk/>
            <pc:sldMk cId="1177052538" sldId="256"/>
            <ac:grpSpMk id="77" creationId="{582A903B-6B78-4F0A-B7C9-3D80499020B8}"/>
          </ac:grpSpMkLst>
        </pc:grpChg>
        <pc:grpChg chg="add del">
          <ac:chgData name="saurav kumar" userId="8a083b85784beda6" providerId="LiveId" clId="{FAC1092B-871E-4A7C-AF0A-7B367F409DAB}" dt="2026-07-05T17:05:39.726" v="187" actId="26606"/>
          <ac:grpSpMkLst>
            <pc:docMk/>
            <pc:sldMk cId="1177052538" sldId="256"/>
            <ac:grpSpMk id="78" creationId="{617CAA5F-37E3-4DF6-9DD0-68A40D21611B}"/>
          </ac:grpSpMkLst>
        </pc:grpChg>
        <pc:picChg chg="add mod">
          <ac:chgData name="saurav kumar" userId="8a083b85784beda6" providerId="LiveId" clId="{FAC1092B-871E-4A7C-AF0A-7B367F409DAB}" dt="2026-07-05T17:05:41.589" v="190" actId="26606"/>
          <ac:picMkLst>
            <pc:docMk/>
            <pc:sldMk cId="1177052538" sldId="256"/>
            <ac:picMk id="6" creationId="{70CBE712-D6B5-E4A1-285B-06AB7D464DC8}"/>
          </ac:picMkLst>
        </pc:picChg>
        <pc:cxnChg chg="add del">
          <ac:chgData name="saurav kumar" userId="8a083b85784beda6" providerId="LiveId" clId="{FAC1092B-871E-4A7C-AF0A-7B367F409DAB}" dt="2026-07-05T17:05:13.132" v="173" actId="26606"/>
          <ac:cxnSpMkLst>
            <pc:docMk/>
            <pc:sldMk cId="1177052538" sldId="256"/>
            <ac:cxnSpMk id="13" creationId="{085AA86F-6A4D-4BCB-A045-D992CDC2959B}"/>
          </ac:cxnSpMkLst>
        </pc:cxnChg>
        <pc:cxnChg chg="add del">
          <ac:chgData name="saurav kumar" userId="8a083b85784beda6" providerId="LiveId" clId="{FAC1092B-871E-4A7C-AF0A-7B367F409DAB}" dt="2026-07-05T17:05:13.132" v="173" actId="26606"/>
          <ac:cxnSpMkLst>
            <pc:docMk/>
            <pc:sldMk cId="1177052538" sldId="256"/>
            <ac:cxnSpMk id="14" creationId="{F64F9B95-9045-48D2-B9F3-2927E98F54AA}"/>
          </ac:cxnSpMkLst>
        </pc:cxnChg>
        <pc:cxnChg chg="add del">
          <ac:chgData name="saurav kumar" userId="8a083b85784beda6" providerId="LiveId" clId="{FAC1092B-871E-4A7C-AF0A-7B367F409DAB}" dt="2026-07-05T17:05:13.132" v="173" actId="26606"/>
          <ac:cxnSpMkLst>
            <pc:docMk/>
            <pc:sldMk cId="1177052538" sldId="256"/>
            <ac:cxnSpMk id="17" creationId="{511FC409-B3C2-4F68-865C-C5333D6F2710}"/>
          </ac:cxnSpMkLst>
        </pc:cxnChg>
        <pc:cxnChg chg="add del">
          <ac:chgData name="saurav kumar" userId="8a083b85784beda6" providerId="LiveId" clId="{FAC1092B-871E-4A7C-AF0A-7B367F409DAB}" dt="2026-07-05T17:05:13.132" v="173" actId="26606"/>
          <ac:cxnSpMkLst>
            <pc:docMk/>
            <pc:sldMk cId="1177052538" sldId="256"/>
            <ac:cxnSpMk id="19" creationId="{B810270D-76A7-44B3-9746-7EDF5788602E}"/>
          </ac:cxnSpMkLst>
        </pc:cxnChg>
        <pc:cxnChg chg="add del">
          <ac:chgData name="saurav kumar" userId="8a083b85784beda6" providerId="LiveId" clId="{FAC1092B-871E-4A7C-AF0A-7B367F409DAB}" dt="2026-07-05T17:05:17.319" v="177" actId="26606"/>
          <ac:cxnSpMkLst>
            <pc:docMk/>
            <pc:sldMk cId="1177052538" sldId="256"/>
            <ac:cxnSpMk id="25" creationId="{118E06E4-607B-144B-382B-AD3D06B1EE8C}"/>
          </ac:cxnSpMkLst>
        </pc:cxnChg>
        <pc:cxnChg chg="add del">
          <ac:chgData name="saurav kumar" userId="8a083b85784beda6" providerId="LiveId" clId="{FAC1092B-871E-4A7C-AF0A-7B367F409DAB}" dt="2026-07-05T17:05:17.319" v="177" actId="26606"/>
          <ac:cxnSpMkLst>
            <pc:docMk/>
            <pc:sldMk cId="1177052538" sldId="256"/>
            <ac:cxnSpMk id="27" creationId="{691422F5-4221-4812-AFD9-5479C6D60AD9}"/>
          </ac:cxnSpMkLst>
        </pc:cxnChg>
        <pc:cxnChg chg="add del">
          <ac:chgData name="saurav kumar" userId="8a083b85784beda6" providerId="LiveId" clId="{FAC1092B-871E-4A7C-AF0A-7B367F409DAB}" dt="2026-07-05T17:05:24.203" v="181" actId="26606"/>
          <ac:cxnSpMkLst>
            <pc:docMk/>
            <pc:sldMk cId="1177052538" sldId="256"/>
            <ac:cxnSpMk id="50" creationId="{5C05CAAB-DBA2-4548-AD5F-01BB97FBB207}"/>
          </ac:cxnSpMkLst>
        </pc:cxnChg>
        <pc:cxnChg chg="add del">
          <ac:chgData name="saurav kumar" userId="8a083b85784beda6" providerId="LiveId" clId="{FAC1092B-871E-4A7C-AF0A-7B367F409DAB}" dt="2026-07-05T17:05:24.203" v="181" actId="26606"/>
          <ac:cxnSpMkLst>
            <pc:docMk/>
            <pc:sldMk cId="1177052538" sldId="256"/>
            <ac:cxnSpMk id="53" creationId="{C49DA8F6-BCC1-4447-B54C-57856834B94B}"/>
          </ac:cxnSpMkLst>
        </pc:cxnChg>
        <pc:cxnChg chg="add del">
          <ac:chgData name="saurav kumar" userId="8a083b85784beda6" providerId="LiveId" clId="{FAC1092B-871E-4A7C-AF0A-7B367F409DAB}" dt="2026-07-05T17:05:29.980" v="183" actId="26606"/>
          <ac:cxnSpMkLst>
            <pc:docMk/>
            <pc:sldMk cId="1177052538" sldId="256"/>
            <ac:cxnSpMk id="55" creationId="{462919E4-C488-4107-9EF1-66152F848008}"/>
          </ac:cxnSpMkLst>
        </pc:cxnChg>
        <pc:cxnChg chg="add del">
          <ac:chgData name="saurav kumar" userId="8a083b85784beda6" providerId="LiveId" clId="{FAC1092B-871E-4A7C-AF0A-7B367F409DAB}" dt="2026-07-05T17:05:29.980" v="183" actId="26606"/>
          <ac:cxnSpMkLst>
            <pc:docMk/>
            <pc:sldMk cId="1177052538" sldId="256"/>
            <ac:cxnSpMk id="56" creationId="{0BF79732-4088-424C-A653-4534E4389443}"/>
          </ac:cxnSpMkLst>
        </pc:cxnChg>
        <pc:cxnChg chg="add del">
          <ac:chgData name="saurav kumar" userId="8a083b85784beda6" providerId="LiveId" clId="{FAC1092B-871E-4A7C-AF0A-7B367F409DAB}" dt="2026-07-05T17:05:29.980" v="183" actId="26606"/>
          <ac:cxnSpMkLst>
            <pc:docMk/>
            <pc:sldMk cId="1177052538" sldId="256"/>
            <ac:cxnSpMk id="58" creationId="{2F538056-4BE2-4156-9522-75617E95FECA}"/>
          </ac:cxnSpMkLst>
        </pc:cxnChg>
        <pc:cxnChg chg="add del">
          <ac:chgData name="saurav kumar" userId="8a083b85784beda6" providerId="LiveId" clId="{FAC1092B-871E-4A7C-AF0A-7B367F409DAB}" dt="2026-07-05T17:05:29.980" v="183" actId="26606"/>
          <ac:cxnSpMkLst>
            <pc:docMk/>
            <pc:sldMk cId="1177052538" sldId="256"/>
            <ac:cxnSpMk id="59" creationId="{7340FC25-B92B-49CA-9B3B-580CCD12F3F3}"/>
          </ac:cxnSpMkLst>
        </pc:cxnChg>
        <pc:cxnChg chg="add del">
          <ac:chgData name="saurav kumar" userId="8a083b85784beda6" providerId="LiveId" clId="{FAC1092B-871E-4A7C-AF0A-7B367F409DAB}" dt="2026-07-05T17:05:41.515" v="189" actId="26606"/>
          <ac:cxnSpMkLst>
            <pc:docMk/>
            <pc:sldMk cId="1177052538" sldId="256"/>
            <ac:cxnSpMk id="80" creationId="{118E06E4-607B-144B-382B-AD3D06B1EE8C}"/>
          </ac:cxnSpMkLst>
        </pc:cxnChg>
        <pc:cxnChg chg="add del">
          <ac:chgData name="saurav kumar" userId="8a083b85784beda6" providerId="LiveId" clId="{FAC1092B-871E-4A7C-AF0A-7B367F409DAB}" dt="2026-07-05T17:05:41.515" v="189" actId="26606"/>
          <ac:cxnSpMkLst>
            <pc:docMk/>
            <pc:sldMk cId="1177052538" sldId="256"/>
            <ac:cxnSpMk id="82" creationId="{691422F5-4221-4812-AFD9-5479C6D60AD9}"/>
          </ac:cxnSpMkLst>
        </pc:cxnChg>
      </pc:sldChg>
      <pc:sldChg chg="addSp delSp modSp new mod setBg">
        <pc:chgData name="saurav kumar" userId="8a083b85784beda6" providerId="LiveId" clId="{FAC1092B-871E-4A7C-AF0A-7B367F409DAB}" dt="2026-07-05T17:26:57.259" v="355" actId="26606"/>
        <pc:sldMkLst>
          <pc:docMk/>
          <pc:sldMk cId="4128348485" sldId="257"/>
        </pc:sldMkLst>
        <pc:spChg chg="add del mod">
          <ac:chgData name="saurav kumar" userId="8a083b85784beda6" providerId="LiveId" clId="{FAC1092B-871E-4A7C-AF0A-7B367F409DAB}" dt="2026-07-05T17:18:33.145" v="217"/>
          <ac:spMkLst>
            <pc:docMk/>
            <pc:sldMk cId="4128348485" sldId="257"/>
            <ac:spMk id="2" creationId="{97DF1938-73DA-6CD0-33F5-39BF9C89355F}"/>
          </ac:spMkLst>
        </pc:spChg>
        <pc:spChg chg="add mod ord">
          <ac:chgData name="saurav kumar" userId="8a083b85784beda6" providerId="LiveId" clId="{FAC1092B-871E-4A7C-AF0A-7B367F409DAB}" dt="2026-07-05T17:26:57.259" v="355" actId="26606"/>
          <ac:spMkLst>
            <pc:docMk/>
            <pc:sldMk cId="4128348485" sldId="257"/>
            <ac:spMk id="3" creationId="{0F17E683-6B61-941D-96E3-2239F6715E9F}"/>
          </ac:spMkLst>
        </pc:spChg>
        <pc:spChg chg="add del mod">
          <ac:chgData name="saurav kumar" userId="8a083b85784beda6" providerId="LiveId" clId="{FAC1092B-871E-4A7C-AF0A-7B367F409DAB}" dt="2026-07-05T17:19:12.892" v="269"/>
          <ac:spMkLst>
            <pc:docMk/>
            <pc:sldMk cId="4128348485" sldId="257"/>
            <ac:spMk id="4" creationId="{723EA0D1-C605-E496-1974-311F224D13A0}"/>
          </ac:spMkLst>
        </pc:spChg>
        <pc:spChg chg="add del mod ord">
          <ac:chgData name="saurav kumar" userId="8a083b85784beda6" providerId="LiveId" clId="{FAC1092B-871E-4A7C-AF0A-7B367F409DAB}" dt="2026-07-05T17:25:14.210" v="309" actId="26606"/>
          <ac:spMkLst>
            <pc:docMk/>
            <pc:sldMk cId="4128348485" sldId="257"/>
            <ac:spMk id="7" creationId="{958A7F5E-57CD-AF4C-6CD5-E88BBC9B839D}"/>
          </ac:spMkLst>
        </pc:spChg>
        <pc:spChg chg="add del">
          <ac:chgData name="saurav kumar" userId="8a083b85784beda6" providerId="LiveId" clId="{FAC1092B-871E-4A7C-AF0A-7B367F409DAB}" dt="2026-07-05T17:24:42.186" v="286" actId="26606"/>
          <ac:spMkLst>
            <pc:docMk/>
            <pc:sldMk cId="4128348485" sldId="257"/>
            <ac:spMk id="14" creationId="{BD4C0BBB-0042-4603-A226-6117F3FD5B3C}"/>
          </ac:spMkLst>
        </pc:spChg>
        <pc:spChg chg="add del">
          <ac:chgData name="saurav kumar" userId="8a083b85784beda6" providerId="LiveId" clId="{FAC1092B-871E-4A7C-AF0A-7B367F409DAB}" dt="2026-07-05T17:24:42.186" v="286" actId="26606"/>
          <ac:spMkLst>
            <pc:docMk/>
            <pc:sldMk cId="4128348485" sldId="257"/>
            <ac:spMk id="16" creationId="{EC44F520-2598-460E-9F91-B02F60830CA2}"/>
          </ac:spMkLst>
        </pc:spChg>
        <pc:spChg chg="add del">
          <ac:chgData name="saurav kumar" userId="8a083b85784beda6" providerId="LiveId" clId="{FAC1092B-871E-4A7C-AF0A-7B367F409DAB}" dt="2026-07-05T17:25:41.916" v="311" actId="26606"/>
          <ac:spMkLst>
            <pc:docMk/>
            <pc:sldMk cId="4128348485" sldId="257"/>
            <ac:spMk id="17" creationId="{BD4C0BBB-0042-4603-A226-6117F3FD5B3C}"/>
          </ac:spMkLst>
        </pc:spChg>
        <pc:spChg chg="add del">
          <ac:chgData name="saurav kumar" userId="8a083b85784beda6" providerId="LiveId" clId="{FAC1092B-871E-4A7C-AF0A-7B367F409DAB}" dt="2026-07-05T17:24:42.186" v="286" actId="26606"/>
          <ac:spMkLst>
            <pc:docMk/>
            <pc:sldMk cId="4128348485" sldId="257"/>
            <ac:spMk id="18" creationId="{12609869-9E80-471B-A487-A53288E0E791}"/>
          </ac:spMkLst>
        </pc:spChg>
        <pc:spChg chg="add del">
          <ac:chgData name="saurav kumar" userId="8a083b85784beda6" providerId="LiveId" clId="{FAC1092B-871E-4A7C-AF0A-7B367F409DAB}" dt="2026-07-05T17:25:41.916" v="311" actId="26606"/>
          <ac:spMkLst>
            <pc:docMk/>
            <pc:sldMk cId="4128348485" sldId="257"/>
            <ac:spMk id="19" creationId="{EC44F520-2598-460E-9F91-B02F60830CA2}"/>
          </ac:spMkLst>
        </pc:spChg>
        <pc:spChg chg="add del">
          <ac:chgData name="saurav kumar" userId="8a083b85784beda6" providerId="LiveId" clId="{FAC1092B-871E-4A7C-AF0A-7B367F409DAB}" dt="2026-07-05T17:24:42.186" v="286" actId="26606"/>
          <ac:spMkLst>
            <pc:docMk/>
            <pc:sldMk cId="4128348485" sldId="257"/>
            <ac:spMk id="20" creationId="{30563404-8DA1-408B-B56C-EF5733DAA74A}"/>
          </ac:spMkLst>
        </pc:spChg>
        <pc:spChg chg="add del">
          <ac:chgData name="saurav kumar" userId="8a083b85784beda6" providerId="LiveId" clId="{FAC1092B-871E-4A7C-AF0A-7B367F409DAB}" dt="2026-07-05T17:25:41.916" v="311" actId="26606"/>
          <ac:spMkLst>
            <pc:docMk/>
            <pc:sldMk cId="4128348485" sldId="257"/>
            <ac:spMk id="21" creationId="{E3CBB9B1-7B7D-4BA1-A1AF-572168B39539}"/>
          </ac:spMkLst>
        </pc:spChg>
        <pc:spChg chg="add del">
          <ac:chgData name="saurav kumar" userId="8a083b85784beda6" providerId="LiveId" clId="{FAC1092B-871E-4A7C-AF0A-7B367F409DAB}" dt="2026-07-05T17:24:42.186" v="286" actId="26606"/>
          <ac:spMkLst>
            <pc:docMk/>
            <pc:sldMk cId="4128348485" sldId="257"/>
            <ac:spMk id="22" creationId="{931CC731-E2EC-4834-B848-101CC27566E7}"/>
          </ac:spMkLst>
        </pc:spChg>
        <pc:spChg chg="add del">
          <ac:chgData name="saurav kumar" userId="8a083b85784beda6" providerId="LiveId" clId="{FAC1092B-871E-4A7C-AF0A-7B367F409DAB}" dt="2026-07-05T17:25:41.916" v="311" actId="26606"/>
          <ac:spMkLst>
            <pc:docMk/>
            <pc:sldMk cId="4128348485" sldId="257"/>
            <ac:spMk id="23" creationId="{907741FC-B544-4A6E-B831-6789D042333D}"/>
          </ac:spMkLst>
        </pc:spChg>
        <pc:spChg chg="add del">
          <ac:chgData name="saurav kumar" userId="8a083b85784beda6" providerId="LiveId" clId="{FAC1092B-871E-4A7C-AF0A-7B367F409DAB}" dt="2026-07-05T17:24:43.594" v="288" actId="26606"/>
          <ac:spMkLst>
            <pc:docMk/>
            <pc:sldMk cId="4128348485" sldId="257"/>
            <ac:spMk id="24" creationId="{BD4C0BBB-0042-4603-A226-6117F3FD5B3C}"/>
          </ac:spMkLst>
        </pc:spChg>
        <pc:spChg chg="add del">
          <ac:chgData name="saurav kumar" userId="8a083b85784beda6" providerId="LiveId" clId="{FAC1092B-871E-4A7C-AF0A-7B367F409DAB}" dt="2026-07-05T17:24:43.594" v="288" actId="26606"/>
          <ac:spMkLst>
            <pc:docMk/>
            <pc:sldMk cId="4128348485" sldId="257"/>
            <ac:spMk id="25" creationId="{EC44F520-2598-460E-9F91-B02F60830CA2}"/>
          </ac:spMkLst>
        </pc:spChg>
        <pc:spChg chg="add del">
          <ac:chgData name="saurav kumar" userId="8a083b85784beda6" providerId="LiveId" clId="{FAC1092B-871E-4A7C-AF0A-7B367F409DAB}" dt="2026-07-05T17:24:43.594" v="288" actId="26606"/>
          <ac:spMkLst>
            <pc:docMk/>
            <pc:sldMk cId="4128348485" sldId="257"/>
            <ac:spMk id="26" creationId="{979E27D9-03C7-44E2-9FF8-15D0C8506AF7}"/>
          </ac:spMkLst>
        </pc:spChg>
        <pc:spChg chg="add del">
          <ac:chgData name="saurav kumar" userId="8a083b85784beda6" providerId="LiveId" clId="{FAC1092B-871E-4A7C-AF0A-7B367F409DAB}" dt="2026-07-05T17:24:43.594" v="288" actId="26606"/>
          <ac:spMkLst>
            <pc:docMk/>
            <pc:sldMk cId="4128348485" sldId="257"/>
            <ac:spMk id="27" creationId="{EEBF1590-3B36-48EE-A89D-3B6F3CB256AB}"/>
          </ac:spMkLst>
        </pc:spChg>
        <pc:spChg chg="add del">
          <ac:chgData name="saurav kumar" userId="8a083b85784beda6" providerId="LiveId" clId="{FAC1092B-871E-4A7C-AF0A-7B367F409DAB}" dt="2026-07-05T17:24:43.594" v="288" actId="26606"/>
          <ac:spMkLst>
            <pc:docMk/>
            <pc:sldMk cId="4128348485" sldId="257"/>
            <ac:spMk id="28" creationId="{AC8F6C8C-AB5A-4548-942D-E3FD40ACBC49}"/>
          </ac:spMkLst>
        </pc:spChg>
        <pc:spChg chg="add del">
          <ac:chgData name="saurav kumar" userId="8a083b85784beda6" providerId="LiveId" clId="{FAC1092B-871E-4A7C-AF0A-7B367F409DAB}" dt="2026-07-05T17:25:41.916" v="311" actId="26606"/>
          <ac:spMkLst>
            <pc:docMk/>
            <pc:sldMk cId="4128348485" sldId="257"/>
            <ac:spMk id="29" creationId="{3F0BE7ED-7814-4273-B18A-F26CC0380380}"/>
          </ac:spMkLst>
        </pc:spChg>
        <pc:spChg chg="add del">
          <ac:chgData name="saurav kumar" userId="8a083b85784beda6" providerId="LiveId" clId="{FAC1092B-871E-4A7C-AF0A-7B367F409DAB}" dt="2026-07-05T17:24:45.683" v="290" actId="26606"/>
          <ac:spMkLst>
            <pc:docMk/>
            <pc:sldMk cId="4128348485" sldId="257"/>
            <ac:spMk id="30" creationId="{BD4C0BBB-0042-4603-A226-6117F3FD5B3C}"/>
          </ac:spMkLst>
        </pc:spChg>
        <pc:spChg chg="add del">
          <ac:chgData name="saurav kumar" userId="8a083b85784beda6" providerId="LiveId" clId="{FAC1092B-871E-4A7C-AF0A-7B367F409DAB}" dt="2026-07-05T17:24:45.683" v="290" actId="26606"/>
          <ac:spMkLst>
            <pc:docMk/>
            <pc:sldMk cId="4128348485" sldId="257"/>
            <ac:spMk id="31" creationId="{EC44F520-2598-460E-9F91-B02F60830CA2}"/>
          </ac:spMkLst>
        </pc:spChg>
        <pc:spChg chg="add del">
          <ac:chgData name="saurav kumar" userId="8a083b85784beda6" providerId="LiveId" clId="{FAC1092B-871E-4A7C-AF0A-7B367F409DAB}" dt="2026-07-05T17:24:45.683" v="290" actId="26606"/>
          <ac:spMkLst>
            <pc:docMk/>
            <pc:sldMk cId="4128348485" sldId="257"/>
            <ac:spMk id="32" creationId="{12609869-9E80-471B-A487-A53288E0E791}"/>
          </ac:spMkLst>
        </pc:spChg>
        <pc:spChg chg="add del">
          <ac:chgData name="saurav kumar" userId="8a083b85784beda6" providerId="LiveId" clId="{FAC1092B-871E-4A7C-AF0A-7B367F409DAB}" dt="2026-07-05T17:24:45.683" v="290" actId="26606"/>
          <ac:spMkLst>
            <pc:docMk/>
            <pc:sldMk cId="4128348485" sldId="257"/>
            <ac:spMk id="33" creationId="{30563404-8DA1-408B-B56C-EF5733DAA74A}"/>
          </ac:spMkLst>
        </pc:spChg>
        <pc:spChg chg="add del">
          <ac:chgData name="saurav kumar" userId="8a083b85784beda6" providerId="LiveId" clId="{FAC1092B-871E-4A7C-AF0A-7B367F409DAB}" dt="2026-07-05T17:24:45.683" v="290" actId="26606"/>
          <ac:spMkLst>
            <pc:docMk/>
            <pc:sldMk cId="4128348485" sldId="257"/>
            <ac:spMk id="34" creationId="{931CC731-E2EC-4834-B848-101CC27566E7}"/>
          </ac:spMkLst>
        </pc:spChg>
        <pc:spChg chg="add del">
          <ac:chgData name="saurav kumar" userId="8a083b85784beda6" providerId="LiveId" clId="{FAC1092B-871E-4A7C-AF0A-7B367F409DAB}" dt="2026-07-05T17:25:45.912" v="313" actId="26606"/>
          <ac:spMkLst>
            <pc:docMk/>
            <pc:sldMk cId="4128348485" sldId="257"/>
            <ac:spMk id="35" creationId="{BD4C0BBB-0042-4603-A226-6117F3FD5B3C}"/>
          </ac:spMkLst>
        </pc:spChg>
        <pc:spChg chg="add del">
          <ac:chgData name="saurav kumar" userId="8a083b85784beda6" providerId="LiveId" clId="{FAC1092B-871E-4A7C-AF0A-7B367F409DAB}" dt="2026-07-05T17:24:47.180" v="292" actId="26606"/>
          <ac:spMkLst>
            <pc:docMk/>
            <pc:sldMk cId="4128348485" sldId="257"/>
            <ac:spMk id="36" creationId="{BD4C0BBB-0042-4603-A226-6117F3FD5B3C}"/>
          </ac:spMkLst>
        </pc:spChg>
        <pc:spChg chg="add del">
          <ac:chgData name="saurav kumar" userId="8a083b85784beda6" providerId="LiveId" clId="{FAC1092B-871E-4A7C-AF0A-7B367F409DAB}" dt="2026-07-05T17:24:47.180" v="292" actId="26606"/>
          <ac:spMkLst>
            <pc:docMk/>
            <pc:sldMk cId="4128348485" sldId="257"/>
            <ac:spMk id="37" creationId="{EC44F520-2598-460E-9F91-B02F60830CA2}"/>
          </ac:spMkLst>
        </pc:spChg>
        <pc:spChg chg="add del">
          <ac:chgData name="saurav kumar" userId="8a083b85784beda6" providerId="LiveId" clId="{FAC1092B-871E-4A7C-AF0A-7B367F409DAB}" dt="2026-07-05T17:24:47.180" v="292" actId="26606"/>
          <ac:spMkLst>
            <pc:docMk/>
            <pc:sldMk cId="4128348485" sldId="257"/>
            <ac:spMk id="38" creationId="{E3CBB9B1-7B7D-4BA1-A1AF-572168B39539}"/>
          </ac:spMkLst>
        </pc:spChg>
        <pc:spChg chg="add del">
          <ac:chgData name="saurav kumar" userId="8a083b85784beda6" providerId="LiveId" clId="{FAC1092B-871E-4A7C-AF0A-7B367F409DAB}" dt="2026-07-05T17:24:47.180" v="292" actId="26606"/>
          <ac:spMkLst>
            <pc:docMk/>
            <pc:sldMk cId="4128348485" sldId="257"/>
            <ac:spMk id="39" creationId="{907741FC-B544-4A6E-B831-6789D042333D}"/>
          </ac:spMkLst>
        </pc:spChg>
        <pc:spChg chg="add del">
          <ac:chgData name="saurav kumar" userId="8a083b85784beda6" providerId="LiveId" clId="{FAC1092B-871E-4A7C-AF0A-7B367F409DAB}" dt="2026-07-05T17:24:47.180" v="292" actId="26606"/>
          <ac:spMkLst>
            <pc:docMk/>
            <pc:sldMk cId="4128348485" sldId="257"/>
            <ac:spMk id="40" creationId="{3F0BE7ED-7814-4273-B18A-F26CC0380380}"/>
          </ac:spMkLst>
        </pc:spChg>
        <pc:spChg chg="add del">
          <ac:chgData name="saurav kumar" userId="8a083b85784beda6" providerId="LiveId" clId="{FAC1092B-871E-4A7C-AF0A-7B367F409DAB}" dt="2026-07-05T17:25:45.912" v="313" actId="26606"/>
          <ac:spMkLst>
            <pc:docMk/>
            <pc:sldMk cId="4128348485" sldId="257"/>
            <ac:spMk id="41" creationId="{EC44F520-2598-460E-9F91-B02F60830CA2}"/>
          </ac:spMkLst>
        </pc:spChg>
        <pc:spChg chg="add del">
          <ac:chgData name="saurav kumar" userId="8a083b85784beda6" providerId="LiveId" clId="{FAC1092B-871E-4A7C-AF0A-7B367F409DAB}" dt="2026-07-05T17:24:50.501" v="294" actId="26606"/>
          <ac:spMkLst>
            <pc:docMk/>
            <pc:sldMk cId="4128348485" sldId="257"/>
            <ac:spMk id="42" creationId="{BD4C0BBB-0042-4603-A226-6117F3FD5B3C}"/>
          </ac:spMkLst>
        </pc:spChg>
        <pc:spChg chg="add del">
          <ac:chgData name="saurav kumar" userId="8a083b85784beda6" providerId="LiveId" clId="{FAC1092B-871E-4A7C-AF0A-7B367F409DAB}" dt="2026-07-05T17:24:50.501" v="294" actId="26606"/>
          <ac:spMkLst>
            <pc:docMk/>
            <pc:sldMk cId="4128348485" sldId="257"/>
            <ac:spMk id="43" creationId="{EC44F520-2598-460E-9F91-B02F60830CA2}"/>
          </ac:spMkLst>
        </pc:spChg>
        <pc:spChg chg="add del">
          <ac:chgData name="saurav kumar" userId="8a083b85784beda6" providerId="LiveId" clId="{FAC1092B-871E-4A7C-AF0A-7B367F409DAB}" dt="2026-07-05T17:24:50.501" v="294" actId="26606"/>
          <ac:spMkLst>
            <pc:docMk/>
            <pc:sldMk cId="4128348485" sldId="257"/>
            <ac:spMk id="44" creationId="{12609869-9E80-471B-A487-A53288E0E791}"/>
          </ac:spMkLst>
        </pc:spChg>
        <pc:spChg chg="add del">
          <ac:chgData name="saurav kumar" userId="8a083b85784beda6" providerId="LiveId" clId="{FAC1092B-871E-4A7C-AF0A-7B367F409DAB}" dt="2026-07-05T17:24:50.501" v="294" actId="26606"/>
          <ac:spMkLst>
            <pc:docMk/>
            <pc:sldMk cId="4128348485" sldId="257"/>
            <ac:spMk id="45" creationId="{30563404-8DA1-408B-B56C-EF5733DAA74A}"/>
          </ac:spMkLst>
        </pc:spChg>
        <pc:spChg chg="add del">
          <ac:chgData name="saurav kumar" userId="8a083b85784beda6" providerId="LiveId" clId="{FAC1092B-871E-4A7C-AF0A-7B367F409DAB}" dt="2026-07-05T17:24:50.501" v="294" actId="26606"/>
          <ac:spMkLst>
            <pc:docMk/>
            <pc:sldMk cId="4128348485" sldId="257"/>
            <ac:spMk id="46" creationId="{931CC731-E2EC-4834-B848-101CC27566E7}"/>
          </ac:spMkLst>
        </pc:spChg>
        <pc:spChg chg="add del">
          <ac:chgData name="saurav kumar" userId="8a083b85784beda6" providerId="LiveId" clId="{FAC1092B-871E-4A7C-AF0A-7B367F409DAB}" dt="2026-07-05T17:25:45.912" v="313" actId="26606"/>
          <ac:spMkLst>
            <pc:docMk/>
            <pc:sldMk cId="4128348485" sldId="257"/>
            <ac:spMk id="47" creationId="{11D6A2A3-F101-46F7-8B6F-1C699CAFE9AD}"/>
          </ac:spMkLst>
        </pc:spChg>
        <pc:spChg chg="add del">
          <ac:chgData name="saurav kumar" userId="8a083b85784beda6" providerId="LiveId" clId="{FAC1092B-871E-4A7C-AF0A-7B367F409DAB}" dt="2026-07-05T17:24:52.846" v="296" actId="26606"/>
          <ac:spMkLst>
            <pc:docMk/>
            <pc:sldMk cId="4128348485" sldId="257"/>
            <ac:spMk id="48" creationId="{BD4C0BBB-0042-4603-A226-6117F3FD5B3C}"/>
          </ac:spMkLst>
        </pc:spChg>
        <pc:spChg chg="add del">
          <ac:chgData name="saurav kumar" userId="8a083b85784beda6" providerId="LiveId" clId="{FAC1092B-871E-4A7C-AF0A-7B367F409DAB}" dt="2026-07-05T17:24:52.846" v="296" actId="26606"/>
          <ac:spMkLst>
            <pc:docMk/>
            <pc:sldMk cId="4128348485" sldId="257"/>
            <ac:spMk id="49" creationId="{EC44F520-2598-460E-9F91-B02F60830CA2}"/>
          </ac:spMkLst>
        </pc:spChg>
        <pc:spChg chg="add del">
          <ac:chgData name="saurav kumar" userId="8a083b85784beda6" providerId="LiveId" clId="{FAC1092B-871E-4A7C-AF0A-7B367F409DAB}" dt="2026-07-05T17:24:52.846" v="296" actId="26606"/>
          <ac:spMkLst>
            <pc:docMk/>
            <pc:sldMk cId="4128348485" sldId="257"/>
            <ac:spMk id="50" creationId="{979E27D9-03C7-44E2-9FF8-15D0C8506AF7}"/>
          </ac:spMkLst>
        </pc:spChg>
        <pc:spChg chg="add del">
          <ac:chgData name="saurav kumar" userId="8a083b85784beda6" providerId="LiveId" clId="{FAC1092B-871E-4A7C-AF0A-7B367F409DAB}" dt="2026-07-05T17:24:52.846" v="296" actId="26606"/>
          <ac:spMkLst>
            <pc:docMk/>
            <pc:sldMk cId="4128348485" sldId="257"/>
            <ac:spMk id="51" creationId="{EEBF1590-3B36-48EE-A89D-3B6F3CB256AB}"/>
          </ac:spMkLst>
        </pc:spChg>
        <pc:spChg chg="add del">
          <ac:chgData name="saurav kumar" userId="8a083b85784beda6" providerId="LiveId" clId="{FAC1092B-871E-4A7C-AF0A-7B367F409DAB}" dt="2026-07-05T17:24:52.846" v="296" actId="26606"/>
          <ac:spMkLst>
            <pc:docMk/>
            <pc:sldMk cId="4128348485" sldId="257"/>
            <ac:spMk id="52" creationId="{AC8F6C8C-AB5A-4548-942D-E3FD40ACBC49}"/>
          </ac:spMkLst>
        </pc:spChg>
        <pc:spChg chg="add del">
          <ac:chgData name="saurav kumar" userId="8a083b85784beda6" providerId="LiveId" clId="{FAC1092B-871E-4A7C-AF0A-7B367F409DAB}" dt="2026-07-05T17:25:45.912" v="313" actId="26606"/>
          <ac:spMkLst>
            <pc:docMk/>
            <pc:sldMk cId="4128348485" sldId="257"/>
            <ac:spMk id="53" creationId="{529E760E-527D-4053-A309-F2BDE12501CD}"/>
          </ac:spMkLst>
        </pc:spChg>
        <pc:spChg chg="add del">
          <ac:chgData name="saurav kumar" userId="8a083b85784beda6" providerId="LiveId" clId="{FAC1092B-871E-4A7C-AF0A-7B367F409DAB}" dt="2026-07-05T17:24:55.721" v="298" actId="26606"/>
          <ac:spMkLst>
            <pc:docMk/>
            <pc:sldMk cId="4128348485" sldId="257"/>
            <ac:spMk id="54" creationId="{BD4C0BBB-0042-4603-A226-6117F3FD5B3C}"/>
          </ac:spMkLst>
        </pc:spChg>
        <pc:spChg chg="add del">
          <ac:chgData name="saurav kumar" userId="8a083b85784beda6" providerId="LiveId" clId="{FAC1092B-871E-4A7C-AF0A-7B367F409DAB}" dt="2026-07-05T17:24:55.721" v="298" actId="26606"/>
          <ac:spMkLst>
            <pc:docMk/>
            <pc:sldMk cId="4128348485" sldId="257"/>
            <ac:spMk id="55" creationId="{EC44F520-2598-460E-9F91-B02F60830CA2}"/>
          </ac:spMkLst>
        </pc:spChg>
        <pc:spChg chg="add del">
          <ac:chgData name="saurav kumar" userId="8a083b85784beda6" providerId="LiveId" clId="{FAC1092B-871E-4A7C-AF0A-7B367F409DAB}" dt="2026-07-05T17:24:55.721" v="298" actId="26606"/>
          <ac:spMkLst>
            <pc:docMk/>
            <pc:sldMk cId="4128348485" sldId="257"/>
            <ac:spMk id="56" creationId="{1B15ED52-F352-441B-82BF-E0EA34836D08}"/>
          </ac:spMkLst>
        </pc:spChg>
        <pc:spChg chg="add del">
          <ac:chgData name="saurav kumar" userId="8a083b85784beda6" providerId="LiveId" clId="{FAC1092B-871E-4A7C-AF0A-7B367F409DAB}" dt="2026-07-05T17:24:55.721" v="298" actId="26606"/>
          <ac:spMkLst>
            <pc:docMk/>
            <pc:sldMk cId="4128348485" sldId="257"/>
            <ac:spMk id="57" creationId="{61707E60-CEC9-4661-AA82-69242EB4BDC3}"/>
          </ac:spMkLst>
        </pc:spChg>
        <pc:spChg chg="add del">
          <ac:chgData name="saurav kumar" userId="8a083b85784beda6" providerId="LiveId" clId="{FAC1092B-871E-4A7C-AF0A-7B367F409DAB}" dt="2026-07-05T17:24:55.721" v="298" actId="26606"/>
          <ac:spMkLst>
            <pc:docMk/>
            <pc:sldMk cId="4128348485" sldId="257"/>
            <ac:spMk id="58" creationId="{8F035CD8-AE30-4146-96F2-036B0CE5E4F3}"/>
          </ac:spMkLst>
        </pc:spChg>
        <pc:spChg chg="add del">
          <ac:chgData name="saurav kumar" userId="8a083b85784beda6" providerId="LiveId" clId="{FAC1092B-871E-4A7C-AF0A-7B367F409DAB}" dt="2026-07-05T17:25:45.912" v="313" actId="26606"/>
          <ac:spMkLst>
            <pc:docMk/>
            <pc:sldMk cId="4128348485" sldId="257"/>
            <ac:spMk id="59" creationId="{4153D448-4ED1-429A-A28C-8316DE7CAF7E}"/>
          </ac:spMkLst>
        </pc:spChg>
        <pc:spChg chg="add del">
          <ac:chgData name="saurav kumar" userId="8a083b85784beda6" providerId="LiveId" clId="{FAC1092B-871E-4A7C-AF0A-7B367F409DAB}" dt="2026-07-05T17:24:58.473" v="300" actId="26606"/>
          <ac:spMkLst>
            <pc:docMk/>
            <pc:sldMk cId="4128348485" sldId="257"/>
            <ac:spMk id="60" creationId="{BD4C0BBB-0042-4603-A226-6117F3FD5B3C}"/>
          </ac:spMkLst>
        </pc:spChg>
        <pc:spChg chg="add del">
          <ac:chgData name="saurav kumar" userId="8a083b85784beda6" providerId="LiveId" clId="{FAC1092B-871E-4A7C-AF0A-7B367F409DAB}" dt="2026-07-05T17:24:58.473" v="300" actId="26606"/>
          <ac:spMkLst>
            <pc:docMk/>
            <pc:sldMk cId="4128348485" sldId="257"/>
            <ac:spMk id="61" creationId="{EC44F520-2598-460E-9F91-B02F60830CA2}"/>
          </ac:spMkLst>
        </pc:spChg>
        <pc:spChg chg="add del">
          <ac:chgData name="saurav kumar" userId="8a083b85784beda6" providerId="LiveId" clId="{FAC1092B-871E-4A7C-AF0A-7B367F409DAB}" dt="2026-07-05T17:24:58.473" v="300" actId="26606"/>
          <ac:spMkLst>
            <pc:docMk/>
            <pc:sldMk cId="4128348485" sldId="257"/>
            <ac:spMk id="62" creationId="{93DAF4AA-9270-40B5-B73C-B11B9A92F0BC}"/>
          </ac:spMkLst>
        </pc:spChg>
        <pc:spChg chg="add del">
          <ac:chgData name="saurav kumar" userId="8a083b85784beda6" providerId="LiveId" clId="{FAC1092B-871E-4A7C-AF0A-7B367F409DAB}" dt="2026-07-05T17:24:58.473" v="300" actId="26606"/>
          <ac:spMkLst>
            <pc:docMk/>
            <pc:sldMk cId="4128348485" sldId="257"/>
            <ac:spMk id="63" creationId="{31D5E60A-D6B1-4F21-A993-313958AF0C00}"/>
          </ac:spMkLst>
        </pc:spChg>
        <pc:spChg chg="add del">
          <ac:chgData name="saurav kumar" userId="8a083b85784beda6" providerId="LiveId" clId="{FAC1092B-871E-4A7C-AF0A-7B367F409DAB}" dt="2026-07-05T17:24:58.473" v="300" actId="26606"/>
          <ac:spMkLst>
            <pc:docMk/>
            <pc:sldMk cId="4128348485" sldId="257"/>
            <ac:spMk id="64" creationId="{5B7BB16B-E108-4C64-97D5-7AC67CC5E2C7}"/>
          </ac:spMkLst>
        </pc:spChg>
        <pc:spChg chg="add del">
          <ac:chgData name="saurav kumar" userId="8a083b85784beda6" providerId="LiveId" clId="{FAC1092B-871E-4A7C-AF0A-7B367F409DAB}" dt="2026-07-05T17:24:58.473" v="300" actId="26606"/>
          <ac:spMkLst>
            <pc:docMk/>
            <pc:sldMk cId="4128348485" sldId="257"/>
            <ac:spMk id="65" creationId="{A5F6A003-4671-4F7B-A12E-2946D61E435F}"/>
          </ac:spMkLst>
        </pc:spChg>
        <pc:spChg chg="add del">
          <ac:chgData name="saurav kumar" userId="8a083b85784beda6" providerId="LiveId" clId="{FAC1092B-871E-4A7C-AF0A-7B367F409DAB}" dt="2026-07-05T17:25:57.336" v="323" actId="26606"/>
          <ac:spMkLst>
            <pc:docMk/>
            <pc:sldMk cId="4128348485" sldId="257"/>
            <ac:spMk id="66" creationId="{BD4C0BBB-0042-4603-A226-6117F3FD5B3C}"/>
          </ac:spMkLst>
        </pc:spChg>
        <pc:spChg chg="add del">
          <ac:chgData name="saurav kumar" userId="8a083b85784beda6" providerId="LiveId" clId="{FAC1092B-871E-4A7C-AF0A-7B367F409DAB}" dt="2026-07-05T17:25:00.937" v="302" actId="26606"/>
          <ac:spMkLst>
            <pc:docMk/>
            <pc:sldMk cId="4128348485" sldId="257"/>
            <ac:spMk id="67" creationId="{BD4C0BBB-0042-4603-A226-6117F3FD5B3C}"/>
          </ac:spMkLst>
        </pc:spChg>
        <pc:spChg chg="add del">
          <ac:chgData name="saurav kumar" userId="8a083b85784beda6" providerId="LiveId" clId="{FAC1092B-871E-4A7C-AF0A-7B367F409DAB}" dt="2026-07-05T17:25:00.937" v="302" actId="26606"/>
          <ac:spMkLst>
            <pc:docMk/>
            <pc:sldMk cId="4128348485" sldId="257"/>
            <ac:spMk id="68" creationId="{EC44F520-2598-460E-9F91-B02F60830CA2}"/>
          </ac:spMkLst>
        </pc:spChg>
        <pc:spChg chg="add del">
          <ac:chgData name="saurav kumar" userId="8a083b85784beda6" providerId="LiveId" clId="{FAC1092B-871E-4A7C-AF0A-7B367F409DAB}" dt="2026-07-05T17:25:00.937" v="302" actId="26606"/>
          <ac:spMkLst>
            <pc:docMk/>
            <pc:sldMk cId="4128348485" sldId="257"/>
            <ac:spMk id="69" creationId="{6ACA6F80-D392-A64E-3CF8-F28F1CCEE67B}"/>
          </ac:spMkLst>
        </pc:spChg>
        <pc:spChg chg="add del">
          <ac:chgData name="saurav kumar" userId="8a083b85784beda6" providerId="LiveId" clId="{FAC1092B-871E-4A7C-AF0A-7B367F409DAB}" dt="2026-07-05T17:25:00.937" v="302" actId="26606"/>
          <ac:spMkLst>
            <pc:docMk/>
            <pc:sldMk cId="4128348485" sldId="257"/>
            <ac:spMk id="70" creationId="{81097DDE-1D45-40A7-9F85-72AD9472A02D}"/>
          </ac:spMkLst>
        </pc:spChg>
        <pc:spChg chg="add del">
          <ac:chgData name="saurav kumar" userId="8a083b85784beda6" providerId="LiveId" clId="{FAC1092B-871E-4A7C-AF0A-7B367F409DAB}" dt="2026-07-05T17:25:00.937" v="302" actId="26606"/>
          <ac:spMkLst>
            <pc:docMk/>
            <pc:sldMk cId="4128348485" sldId="257"/>
            <ac:spMk id="71" creationId="{415C4FE2-5362-FB30-4461-17307BE10C9C}"/>
          </ac:spMkLst>
        </pc:spChg>
        <pc:spChg chg="add del">
          <ac:chgData name="saurav kumar" userId="8a083b85784beda6" providerId="LiveId" clId="{FAC1092B-871E-4A7C-AF0A-7B367F409DAB}" dt="2026-07-05T17:25:57.336" v="323" actId="26606"/>
          <ac:spMkLst>
            <pc:docMk/>
            <pc:sldMk cId="4128348485" sldId="257"/>
            <ac:spMk id="72" creationId="{EC44F520-2598-460E-9F91-B02F60830CA2}"/>
          </ac:spMkLst>
        </pc:spChg>
        <pc:spChg chg="add del">
          <ac:chgData name="saurav kumar" userId="8a083b85784beda6" providerId="LiveId" clId="{FAC1092B-871E-4A7C-AF0A-7B367F409DAB}" dt="2026-07-05T17:25:02.960" v="304" actId="26606"/>
          <ac:spMkLst>
            <pc:docMk/>
            <pc:sldMk cId="4128348485" sldId="257"/>
            <ac:spMk id="73" creationId="{BD4C0BBB-0042-4603-A226-6117F3FD5B3C}"/>
          </ac:spMkLst>
        </pc:spChg>
        <pc:spChg chg="add del">
          <ac:chgData name="saurav kumar" userId="8a083b85784beda6" providerId="LiveId" clId="{FAC1092B-871E-4A7C-AF0A-7B367F409DAB}" dt="2026-07-05T17:25:02.960" v="304" actId="26606"/>
          <ac:spMkLst>
            <pc:docMk/>
            <pc:sldMk cId="4128348485" sldId="257"/>
            <ac:spMk id="74" creationId="{EC44F520-2598-460E-9F91-B02F60830CA2}"/>
          </ac:spMkLst>
        </pc:spChg>
        <pc:spChg chg="add del">
          <ac:chgData name="saurav kumar" userId="8a083b85784beda6" providerId="LiveId" clId="{FAC1092B-871E-4A7C-AF0A-7B367F409DAB}" dt="2026-07-05T17:25:02.960" v="304" actId="26606"/>
          <ac:spMkLst>
            <pc:docMk/>
            <pc:sldMk cId="4128348485" sldId="257"/>
            <ac:spMk id="75" creationId="{064D2207-AA67-DAD1-D42E-7A07328CA8EF}"/>
          </ac:spMkLst>
        </pc:spChg>
        <pc:spChg chg="add del">
          <ac:chgData name="saurav kumar" userId="8a083b85784beda6" providerId="LiveId" clId="{FAC1092B-871E-4A7C-AF0A-7B367F409DAB}" dt="2026-07-05T17:25:02.960" v="304" actId="26606"/>
          <ac:spMkLst>
            <pc:docMk/>
            <pc:sldMk cId="4128348485" sldId="257"/>
            <ac:spMk id="76" creationId="{DCB0455D-4F1F-8337-033E-A2E266E320BC}"/>
          </ac:spMkLst>
        </pc:spChg>
        <pc:spChg chg="add del">
          <ac:chgData name="saurav kumar" userId="8a083b85784beda6" providerId="LiveId" clId="{FAC1092B-871E-4A7C-AF0A-7B367F409DAB}" dt="2026-07-05T17:25:02.960" v="304" actId="26606"/>
          <ac:spMkLst>
            <pc:docMk/>
            <pc:sldMk cId="4128348485" sldId="257"/>
            <ac:spMk id="77" creationId="{C257F5D3-4814-DAE9-DA67-6A3CE1992D36}"/>
          </ac:spMkLst>
        </pc:spChg>
        <pc:spChg chg="add del">
          <ac:chgData name="saurav kumar" userId="8a083b85784beda6" providerId="LiveId" clId="{FAC1092B-871E-4A7C-AF0A-7B367F409DAB}" dt="2026-07-05T17:25:57.336" v="323" actId="26606"/>
          <ac:spMkLst>
            <pc:docMk/>
            <pc:sldMk cId="4128348485" sldId="257"/>
            <ac:spMk id="78" creationId="{979E27D9-03C7-44E2-9FF8-15D0C8506AF7}"/>
          </ac:spMkLst>
        </pc:spChg>
        <pc:spChg chg="add del">
          <ac:chgData name="saurav kumar" userId="8a083b85784beda6" providerId="LiveId" clId="{FAC1092B-871E-4A7C-AF0A-7B367F409DAB}" dt="2026-07-05T17:25:57.336" v="323" actId="26606"/>
          <ac:spMkLst>
            <pc:docMk/>
            <pc:sldMk cId="4128348485" sldId="257"/>
            <ac:spMk id="79" creationId="{EEBF1590-3B36-48EE-A89D-3B6F3CB256AB}"/>
          </ac:spMkLst>
        </pc:spChg>
        <pc:spChg chg="add del">
          <ac:chgData name="saurav kumar" userId="8a083b85784beda6" providerId="LiveId" clId="{FAC1092B-871E-4A7C-AF0A-7B367F409DAB}" dt="2026-07-05T17:25:57.336" v="323" actId="26606"/>
          <ac:spMkLst>
            <pc:docMk/>
            <pc:sldMk cId="4128348485" sldId="257"/>
            <ac:spMk id="80" creationId="{AC8F6C8C-AB5A-4548-942D-E3FD40ACBC49}"/>
          </ac:spMkLst>
        </pc:spChg>
        <pc:spChg chg="add del">
          <ac:chgData name="saurav kumar" userId="8a083b85784beda6" providerId="LiveId" clId="{FAC1092B-871E-4A7C-AF0A-7B367F409DAB}" dt="2026-07-05T17:25:58.711" v="325" actId="26606"/>
          <ac:spMkLst>
            <pc:docMk/>
            <pc:sldMk cId="4128348485" sldId="257"/>
            <ac:spMk id="82" creationId="{BD4C0BBB-0042-4603-A226-6117F3FD5B3C}"/>
          </ac:spMkLst>
        </pc:spChg>
        <pc:spChg chg="add del">
          <ac:chgData name="saurav kumar" userId="8a083b85784beda6" providerId="LiveId" clId="{FAC1092B-871E-4A7C-AF0A-7B367F409DAB}" dt="2026-07-05T17:25:58.711" v="325" actId="26606"/>
          <ac:spMkLst>
            <pc:docMk/>
            <pc:sldMk cId="4128348485" sldId="257"/>
            <ac:spMk id="83" creationId="{EC44F520-2598-460E-9F91-B02F60830CA2}"/>
          </ac:spMkLst>
        </pc:spChg>
        <pc:spChg chg="add del">
          <ac:chgData name="saurav kumar" userId="8a083b85784beda6" providerId="LiveId" clId="{FAC1092B-871E-4A7C-AF0A-7B367F409DAB}" dt="2026-07-05T17:25:58.711" v="325" actId="26606"/>
          <ac:spMkLst>
            <pc:docMk/>
            <pc:sldMk cId="4128348485" sldId="257"/>
            <ac:spMk id="84" creationId="{1B15ED52-F352-441B-82BF-E0EA34836D08}"/>
          </ac:spMkLst>
        </pc:spChg>
        <pc:spChg chg="add del">
          <ac:chgData name="saurav kumar" userId="8a083b85784beda6" providerId="LiveId" clId="{FAC1092B-871E-4A7C-AF0A-7B367F409DAB}" dt="2026-07-05T17:25:58.711" v="325" actId="26606"/>
          <ac:spMkLst>
            <pc:docMk/>
            <pc:sldMk cId="4128348485" sldId="257"/>
            <ac:spMk id="85" creationId="{61707E60-CEC9-4661-AA82-69242EB4BDC3}"/>
          </ac:spMkLst>
        </pc:spChg>
        <pc:spChg chg="add del">
          <ac:chgData name="saurav kumar" userId="8a083b85784beda6" providerId="LiveId" clId="{FAC1092B-871E-4A7C-AF0A-7B367F409DAB}" dt="2026-07-05T17:25:58.711" v="325" actId="26606"/>
          <ac:spMkLst>
            <pc:docMk/>
            <pc:sldMk cId="4128348485" sldId="257"/>
            <ac:spMk id="86" creationId="{8F035CD8-AE30-4146-96F2-036B0CE5E4F3}"/>
          </ac:spMkLst>
        </pc:spChg>
        <pc:spChg chg="add del">
          <ac:chgData name="saurav kumar" userId="8a083b85784beda6" providerId="LiveId" clId="{FAC1092B-871E-4A7C-AF0A-7B367F409DAB}" dt="2026-07-05T17:26:00.531" v="327" actId="26606"/>
          <ac:spMkLst>
            <pc:docMk/>
            <pc:sldMk cId="4128348485" sldId="257"/>
            <ac:spMk id="88" creationId="{BD4C0BBB-0042-4603-A226-6117F3FD5B3C}"/>
          </ac:spMkLst>
        </pc:spChg>
        <pc:spChg chg="add del">
          <ac:chgData name="saurav kumar" userId="8a083b85784beda6" providerId="LiveId" clId="{FAC1092B-871E-4A7C-AF0A-7B367F409DAB}" dt="2026-07-05T17:26:00.531" v="327" actId="26606"/>
          <ac:spMkLst>
            <pc:docMk/>
            <pc:sldMk cId="4128348485" sldId="257"/>
            <ac:spMk id="89" creationId="{EC44F520-2598-460E-9F91-B02F60830CA2}"/>
          </ac:spMkLst>
        </pc:spChg>
        <pc:spChg chg="add del">
          <ac:chgData name="saurav kumar" userId="8a083b85784beda6" providerId="LiveId" clId="{FAC1092B-871E-4A7C-AF0A-7B367F409DAB}" dt="2026-07-05T17:26:00.531" v="327" actId="26606"/>
          <ac:spMkLst>
            <pc:docMk/>
            <pc:sldMk cId="4128348485" sldId="257"/>
            <ac:spMk id="90" creationId="{979E27D9-03C7-44E2-9FF8-15D0C8506AF7}"/>
          </ac:spMkLst>
        </pc:spChg>
        <pc:spChg chg="add del">
          <ac:chgData name="saurav kumar" userId="8a083b85784beda6" providerId="LiveId" clId="{FAC1092B-871E-4A7C-AF0A-7B367F409DAB}" dt="2026-07-05T17:26:00.531" v="327" actId="26606"/>
          <ac:spMkLst>
            <pc:docMk/>
            <pc:sldMk cId="4128348485" sldId="257"/>
            <ac:spMk id="91" creationId="{EEBF1590-3B36-48EE-A89D-3B6F3CB256AB}"/>
          </ac:spMkLst>
        </pc:spChg>
        <pc:spChg chg="add del">
          <ac:chgData name="saurav kumar" userId="8a083b85784beda6" providerId="LiveId" clId="{FAC1092B-871E-4A7C-AF0A-7B367F409DAB}" dt="2026-07-05T17:26:00.531" v="327" actId="26606"/>
          <ac:spMkLst>
            <pc:docMk/>
            <pc:sldMk cId="4128348485" sldId="257"/>
            <ac:spMk id="92" creationId="{AC8F6C8C-AB5A-4548-942D-E3FD40ACBC49}"/>
          </ac:spMkLst>
        </pc:spChg>
        <pc:spChg chg="add del">
          <ac:chgData name="saurav kumar" userId="8a083b85784beda6" providerId="LiveId" clId="{FAC1092B-871E-4A7C-AF0A-7B367F409DAB}" dt="2026-07-05T17:26:02.324" v="329" actId="26606"/>
          <ac:spMkLst>
            <pc:docMk/>
            <pc:sldMk cId="4128348485" sldId="257"/>
            <ac:spMk id="94" creationId="{BD4C0BBB-0042-4603-A226-6117F3FD5B3C}"/>
          </ac:spMkLst>
        </pc:spChg>
        <pc:spChg chg="add del">
          <ac:chgData name="saurav kumar" userId="8a083b85784beda6" providerId="LiveId" clId="{FAC1092B-871E-4A7C-AF0A-7B367F409DAB}" dt="2026-07-05T17:26:02.324" v="329" actId="26606"/>
          <ac:spMkLst>
            <pc:docMk/>
            <pc:sldMk cId="4128348485" sldId="257"/>
            <ac:spMk id="95" creationId="{EC44F520-2598-460E-9F91-B02F60830CA2}"/>
          </ac:spMkLst>
        </pc:spChg>
        <pc:spChg chg="add del">
          <ac:chgData name="saurav kumar" userId="8a083b85784beda6" providerId="LiveId" clId="{FAC1092B-871E-4A7C-AF0A-7B367F409DAB}" dt="2026-07-05T17:26:02.324" v="329" actId="26606"/>
          <ac:spMkLst>
            <pc:docMk/>
            <pc:sldMk cId="4128348485" sldId="257"/>
            <ac:spMk id="96" creationId="{979E27D9-03C7-44E2-9FF8-15D0C8506AF7}"/>
          </ac:spMkLst>
        </pc:spChg>
        <pc:spChg chg="add del">
          <ac:chgData name="saurav kumar" userId="8a083b85784beda6" providerId="LiveId" clId="{FAC1092B-871E-4A7C-AF0A-7B367F409DAB}" dt="2026-07-05T17:26:02.324" v="329" actId="26606"/>
          <ac:spMkLst>
            <pc:docMk/>
            <pc:sldMk cId="4128348485" sldId="257"/>
            <ac:spMk id="97" creationId="{EEBF1590-3B36-48EE-A89D-3B6F3CB256AB}"/>
          </ac:spMkLst>
        </pc:spChg>
        <pc:spChg chg="add del">
          <ac:chgData name="saurav kumar" userId="8a083b85784beda6" providerId="LiveId" clId="{FAC1092B-871E-4A7C-AF0A-7B367F409DAB}" dt="2026-07-05T17:26:02.324" v="329" actId="26606"/>
          <ac:spMkLst>
            <pc:docMk/>
            <pc:sldMk cId="4128348485" sldId="257"/>
            <ac:spMk id="98" creationId="{AC8F6C8C-AB5A-4548-942D-E3FD40ACBC49}"/>
          </ac:spMkLst>
        </pc:spChg>
        <pc:spChg chg="add del">
          <ac:chgData name="saurav kumar" userId="8a083b85784beda6" providerId="LiveId" clId="{FAC1092B-871E-4A7C-AF0A-7B367F409DAB}" dt="2026-07-05T17:26:04.274" v="331" actId="26606"/>
          <ac:spMkLst>
            <pc:docMk/>
            <pc:sldMk cId="4128348485" sldId="257"/>
            <ac:spMk id="100" creationId="{77B28B41-51E7-403C-9251-56678FAC49B5}"/>
          </ac:spMkLst>
        </pc:spChg>
        <pc:spChg chg="add del">
          <ac:chgData name="saurav kumar" userId="8a083b85784beda6" providerId="LiveId" clId="{FAC1092B-871E-4A7C-AF0A-7B367F409DAB}" dt="2026-07-05T17:26:04.274" v="331" actId="26606"/>
          <ac:spMkLst>
            <pc:docMk/>
            <pc:sldMk cId="4128348485" sldId="257"/>
            <ac:spMk id="101" creationId="{888DE5D4-5D9A-4B9D-91D0-DDC5E6088BF4}"/>
          </ac:spMkLst>
        </pc:spChg>
        <pc:spChg chg="add del">
          <ac:chgData name="saurav kumar" userId="8a083b85784beda6" providerId="LiveId" clId="{FAC1092B-871E-4A7C-AF0A-7B367F409DAB}" dt="2026-07-05T17:26:04.274" v="331" actId="26606"/>
          <ac:spMkLst>
            <pc:docMk/>
            <pc:sldMk cId="4128348485" sldId="257"/>
            <ac:spMk id="102" creationId="{0FDC3B72-F314-4855-BD95-2BCFC51DE263}"/>
          </ac:spMkLst>
        </pc:spChg>
        <pc:spChg chg="add del">
          <ac:chgData name="saurav kumar" userId="8a083b85784beda6" providerId="LiveId" clId="{FAC1092B-871E-4A7C-AF0A-7B367F409DAB}" dt="2026-07-05T17:26:04.274" v="331" actId="26606"/>
          <ac:spMkLst>
            <pc:docMk/>
            <pc:sldMk cId="4128348485" sldId="257"/>
            <ac:spMk id="103" creationId="{C5BBD2D3-5476-4B82-B6A1-68948AF712CB}"/>
          </ac:spMkLst>
        </pc:spChg>
        <pc:spChg chg="add del">
          <ac:chgData name="saurav kumar" userId="8a083b85784beda6" providerId="LiveId" clId="{FAC1092B-871E-4A7C-AF0A-7B367F409DAB}" dt="2026-07-05T17:26:57.259" v="355" actId="26606"/>
          <ac:spMkLst>
            <pc:docMk/>
            <pc:sldMk cId="4128348485" sldId="257"/>
            <ac:spMk id="105" creationId="{BD4C0BBB-0042-4603-A226-6117F3FD5B3C}"/>
          </ac:spMkLst>
        </pc:spChg>
        <pc:spChg chg="add del">
          <ac:chgData name="saurav kumar" userId="8a083b85784beda6" providerId="LiveId" clId="{FAC1092B-871E-4A7C-AF0A-7B367F409DAB}" dt="2026-07-05T17:26:57.259" v="355" actId="26606"/>
          <ac:spMkLst>
            <pc:docMk/>
            <pc:sldMk cId="4128348485" sldId="257"/>
            <ac:spMk id="106" creationId="{EC44F520-2598-460E-9F91-B02F60830CA2}"/>
          </ac:spMkLst>
        </pc:spChg>
        <pc:spChg chg="add del">
          <ac:chgData name="saurav kumar" userId="8a083b85784beda6" providerId="LiveId" clId="{FAC1092B-871E-4A7C-AF0A-7B367F409DAB}" dt="2026-07-05T17:26:57.259" v="355" actId="26606"/>
          <ac:spMkLst>
            <pc:docMk/>
            <pc:sldMk cId="4128348485" sldId="257"/>
            <ac:spMk id="107" creationId="{6ACA6F80-D392-A64E-3CF8-F28F1CCEE67B}"/>
          </ac:spMkLst>
        </pc:spChg>
        <pc:spChg chg="add del">
          <ac:chgData name="saurav kumar" userId="8a083b85784beda6" providerId="LiveId" clId="{FAC1092B-871E-4A7C-AF0A-7B367F409DAB}" dt="2026-07-05T17:26:57.259" v="355" actId="26606"/>
          <ac:spMkLst>
            <pc:docMk/>
            <pc:sldMk cId="4128348485" sldId="257"/>
            <ac:spMk id="108" creationId="{81097DDE-1D45-40A7-9F85-72AD9472A02D}"/>
          </ac:spMkLst>
        </pc:spChg>
        <pc:spChg chg="add del">
          <ac:chgData name="saurav kumar" userId="8a083b85784beda6" providerId="LiveId" clId="{FAC1092B-871E-4A7C-AF0A-7B367F409DAB}" dt="2026-07-05T17:26:57.259" v="355" actId="26606"/>
          <ac:spMkLst>
            <pc:docMk/>
            <pc:sldMk cId="4128348485" sldId="257"/>
            <ac:spMk id="109" creationId="{415C4FE2-5362-FB30-4461-17307BE10C9C}"/>
          </ac:spMkLst>
        </pc:spChg>
        <pc:spChg chg="add del">
          <ac:chgData name="saurav kumar" userId="8a083b85784beda6" providerId="LiveId" clId="{FAC1092B-871E-4A7C-AF0A-7B367F409DAB}" dt="2026-07-05T17:26:20.023" v="334" actId="26606"/>
          <ac:spMkLst>
            <pc:docMk/>
            <pc:sldMk cId="4128348485" sldId="257"/>
            <ac:spMk id="114" creationId="{77B28B41-51E7-403C-9251-56678FAC49B5}"/>
          </ac:spMkLst>
        </pc:spChg>
        <pc:spChg chg="add del">
          <ac:chgData name="saurav kumar" userId="8a083b85784beda6" providerId="LiveId" clId="{FAC1092B-871E-4A7C-AF0A-7B367F409DAB}" dt="2026-07-05T17:26:20.023" v="334" actId="26606"/>
          <ac:spMkLst>
            <pc:docMk/>
            <pc:sldMk cId="4128348485" sldId="257"/>
            <ac:spMk id="116" creationId="{888DE5D4-5D9A-4B9D-91D0-DDC5E6088BF4}"/>
          </ac:spMkLst>
        </pc:spChg>
        <pc:spChg chg="add del">
          <ac:chgData name="saurav kumar" userId="8a083b85784beda6" providerId="LiveId" clId="{FAC1092B-871E-4A7C-AF0A-7B367F409DAB}" dt="2026-07-05T17:26:20.023" v="334" actId="26606"/>
          <ac:spMkLst>
            <pc:docMk/>
            <pc:sldMk cId="4128348485" sldId="257"/>
            <ac:spMk id="118" creationId="{0FDC3B72-F314-4855-BD95-2BCFC51DE263}"/>
          </ac:spMkLst>
        </pc:spChg>
        <pc:spChg chg="add del">
          <ac:chgData name="saurav kumar" userId="8a083b85784beda6" providerId="LiveId" clId="{FAC1092B-871E-4A7C-AF0A-7B367F409DAB}" dt="2026-07-05T17:26:20.023" v="334" actId="26606"/>
          <ac:spMkLst>
            <pc:docMk/>
            <pc:sldMk cId="4128348485" sldId="257"/>
            <ac:spMk id="120" creationId="{C5BBD2D3-5476-4B82-B6A1-68948AF712CB}"/>
          </ac:spMkLst>
        </pc:spChg>
        <pc:spChg chg="add del">
          <ac:chgData name="saurav kumar" userId="8a083b85784beda6" providerId="LiveId" clId="{FAC1092B-871E-4A7C-AF0A-7B367F409DAB}" dt="2026-07-05T17:26:21.494" v="336" actId="26606"/>
          <ac:spMkLst>
            <pc:docMk/>
            <pc:sldMk cId="4128348485" sldId="257"/>
            <ac:spMk id="122" creationId="{4153D448-4ED1-429A-A28C-8316DE7CAF7E}"/>
          </ac:spMkLst>
        </pc:spChg>
        <pc:spChg chg="add del">
          <ac:chgData name="saurav kumar" userId="8a083b85784beda6" providerId="LiveId" clId="{FAC1092B-871E-4A7C-AF0A-7B367F409DAB}" dt="2026-07-05T17:26:21.494" v="336" actId="26606"/>
          <ac:spMkLst>
            <pc:docMk/>
            <pc:sldMk cId="4128348485" sldId="257"/>
            <ac:spMk id="123" creationId="{BD4C0BBB-0042-4603-A226-6117F3FD5B3C}"/>
          </ac:spMkLst>
        </pc:spChg>
        <pc:spChg chg="add del">
          <ac:chgData name="saurav kumar" userId="8a083b85784beda6" providerId="LiveId" clId="{FAC1092B-871E-4A7C-AF0A-7B367F409DAB}" dt="2026-07-05T17:26:21.494" v="336" actId="26606"/>
          <ac:spMkLst>
            <pc:docMk/>
            <pc:sldMk cId="4128348485" sldId="257"/>
            <ac:spMk id="124" creationId="{EC44F520-2598-460E-9F91-B02F60830CA2}"/>
          </ac:spMkLst>
        </pc:spChg>
        <pc:spChg chg="add del">
          <ac:chgData name="saurav kumar" userId="8a083b85784beda6" providerId="LiveId" clId="{FAC1092B-871E-4A7C-AF0A-7B367F409DAB}" dt="2026-07-05T17:26:21.494" v="336" actId="26606"/>
          <ac:spMkLst>
            <pc:docMk/>
            <pc:sldMk cId="4128348485" sldId="257"/>
            <ac:spMk id="125" creationId="{11D6A2A3-F101-46F7-8B6F-1C699CAFE9AD}"/>
          </ac:spMkLst>
        </pc:spChg>
        <pc:spChg chg="add del">
          <ac:chgData name="saurav kumar" userId="8a083b85784beda6" providerId="LiveId" clId="{FAC1092B-871E-4A7C-AF0A-7B367F409DAB}" dt="2026-07-05T17:26:21.494" v="336" actId="26606"/>
          <ac:spMkLst>
            <pc:docMk/>
            <pc:sldMk cId="4128348485" sldId="257"/>
            <ac:spMk id="126" creationId="{529E760E-527D-4053-A309-F2BDE12501CD}"/>
          </ac:spMkLst>
        </pc:spChg>
        <pc:spChg chg="add del">
          <ac:chgData name="saurav kumar" userId="8a083b85784beda6" providerId="LiveId" clId="{FAC1092B-871E-4A7C-AF0A-7B367F409DAB}" dt="2026-07-05T17:26:24.501" v="338" actId="26606"/>
          <ac:spMkLst>
            <pc:docMk/>
            <pc:sldMk cId="4128348485" sldId="257"/>
            <ac:spMk id="128" creationId="{BD4C0BBB-0042-4603-A226-6117F3FD5B3C}"/>
          </ac:spMkLst>
        </pc:spChg>
        <pc:spChg chg="add del">
          <ac:chgData name="saurav kumar" userId="8a083b85784beda6" providerId="LiveId" clId="{FAC1092B-871E-4A7C-AF0A-7B367F409DAB}" dt="2026-07-05T17:26:24.501" v="338" actId="26606"/>
          <ac:spMkLst>
            <pc:docMk/>
            <pc:sldMk cId="4128348485" sldId="257"/>
            <ac:spMk id="129" creationId="{EC44F520-2598-460E-9F91-B02F60830CA2}"/>
          </ac:spMkLst>
        </pc:spChg>
        <pc:spChg chg="add del">
          <ac:chgData name="saurav kumar" userId="8a083b85784beda6" providerId="LiveId" clId="{FAC1092B-871E-4A7C-AF0A-7B367F409DAB}" dt="2026-07-05T17:26:24.501" v="338" actId="26606"/>
          <ac:spMkLst>
            <pc:docMk/>
            <pc:sldMk cId="4128348485" sldId="257"/>
            <ac:spMk id="131" creationId="{DCB0455D-4F1F-8337-033E-A2E266E320BC}"/>
          </ac:spMkLst>
        </pc:spChg>
        <pc:spChg chg="add del">
          <ac:chgData name="saurav kumar" userId="8a083b85784beda6" providerId="LiveId" clId="{FAC1092B-871E-4A7C-AF0A-7B367F409DAB}" dt="2026-07-05T17:26:24.501" v="338" actId="26606"/>
          <ac:spMkLst>
            <pc:docMk/>
            <pc:sldMk cId="4128348485" sldId="257"/>
            <ac:spMk id="132" creationId="{C257F5D3-4814-DAE9-DA67-6A3CE1992D36}"/>
          </ac:spMkLst>
        </pc:spChg>
        <pc:spChg chg="add del">
          <ac:chgData name="saurav kumar" userId="8a083b85784beda6" providerId="LiveId" clId="{FAC1092B-871E-4A7C-AF0A-7B367F409DAB}" dt="2026-07-05T17:26:31.418" v="340" actId="26606"/>
          <ac:spMkLst>
            <pc:docMk/>
            <pc:sldMk cId="4128348485" sldId="257"/>
            <ac:spMk id="134" creationId="{BD4C0BBB-0042-4603-A226-6117F3FD5B3C}"/>
          </ac:spMkLst>
        </pc:spChg>
        <pc:spChg chg="add del">
          <ac:chgData name="saurav kumar" userId="8a083b85784beda6" providerId="LiveId" clId="{FAC1092B-871E-4A7C-AF0A-7B367F409DAB}" dt="2026-07-05T17:26:31.418" v="340" actId="26606"/>
          <ac:spMkLst>
            <pc:docMk/>
            <pc:sldMk cId="4128348485" sldId="257"/>
            <ac:spMk id="136" creationId="{064D2207-AA67-DAD1-D42E-7A07328CA8EF}"/>
          </ac:spMkLst>
        </pc:spChg>
        <pc:spChg chg="add del">
          <ac:chgData name="saurav kumar" userId="8a083b85784beda6" providerId="LiveId" clId="{FAC1092B-871E-4A7C-AF0A-7B367F409DAB}" dt="2026-07-05T17:26:31.418" v="340" actId="26606"/>
          <ac:spMkLst>
            <pc:docMk/>
            <pc:sldMk cId="4128348485" sldId="257"/>
            <ac:spMk id="137" creationId="{DCB0455D-4F1F-8337-033E-A2E266E320BC}"/>
          </ac:spMkLst>
        </pc:spChg>
        <pc:spChg chg="add del">
          <ac:chgData name="saurav kumar" userId="8a083b85784beda6" providerId="LiveId" clId="{FAC1092B-871E-4A7C-AF0A-7B367F409DAB}" dt="2026-07-05T17:26:31.418" v="340" actId="26606"/>
          <ac:spMkLst>
            <pc:docMk/>
            <pc:sldMk cId="4128348485" sldId="257"/>
            <ac:spMk id="138" creationId="{C257F5D3-4814-DAE9-DA67-6A3CE1992D36}"/>
          </ac:spMkLst>
        </pc:spChg>
        <pc:spChg chg="add del">
          <ac:chgData name="saurav kumar" userId="8a083b85784beda6" providerId="LiveId" clId="{FAC1092B-871E-4A7C-AF0A-7B367F409DAB}" dt="2026-07-05T17:26:33.234" v="342" actId="26606"/>
          <ac:spMkLst>
            <pc:docMk/>
            <pc:sldMk cId="4128348485" sldId="257"/>
            <ac:spMk id="140" creationId="{BD4C0BBB-0042-4603-A226-6117F3FD5B3C}"/>
          </ac:spMkLst>
        </pc:spChg>
        <pc:spChg chg="add del">
          <ac:chgData name="saurav kumar" userId="8a083b85784beda6" providerId="LiveId" clId="{FAC1092B-871E-4A7C-AF0A-7B367F409DAB}" dt="2026-07-05T17:26:33.234" v="342" actId="26606"/>
          <ac:spMkLst>
            <pc:docMk/>
            <pc:sldMk cId="4128348485" sldId="257"/>
            <ac:spMk id="141" creationId="{EC44F520-2598-460E-9F91-B02F60830CA2}"/>
          </ac:spMkLst>
        </pc:spChg>
        <pc:spChg chg="add del">
          <ac:chgData name="saurav kumar" userId="8a083b85784beda6" providerId="LiveId" clId="{FAC1092B-871E-4A7C-AF0A-7B367F409DAB}" dt="2026-07-05T17:26:33.234" v="342" actId="26606"/>
          <ac:spMkLst>
            <pc:docMk/>
            <pc:sldMk cId="4128348485" sldId="257"/>
            <ac:spMk id="142" creationId="{6ACA6F80-D392-A64E-3CF8-F28F1CCEE67B}"/>
          </ac:spMkLst>
        </pc:spChg>
        <pc:spChg chg="add del">
          <ac:chgData name="saurav kumar" userId="8a083b85784beda6" providerId="LiveId" clId="{FAC1092B-871E-4A7C-AF0A-7B367F409DAB}" dt="2026-07-05T17:26:33.234" v="342" actId="26606"/>
          <ac:spMkLst>
            <pc:docMk/>
            <pc:sldMk cId="4128348485" sldId="257"/>
            <ac:spMk id="143" creationId="{81097DDE-1D45-40A7-9F85-72AD9472A02D}"/>
          </ac:spMkLst>
        </pc:spChg>
        <pc:spChg chg="add del">
          <ac:chgData name="saurav kumar" userId="8a083b85784beda6" providerId="LiveId" clId="{FAC1092B-871E-4A7C-AF0A-7B367F409DAB}" dt="2026-07-05T17:26:33.234" v="342" actId="26606"/>
          <ac:spMkLst>
            <pc:docMk/>
            <pc:sldMk cId="4128348485" sldId="257"/>
            <ac:spMk id="144" creationId="{415C4FE2-5362-FB30-4461-17307BE10C9C}"/>
          </ac:spMkLst>
        </pc:spChg>
        <pc:spChg chg="add del">
          <ac:chgData name="saurav kumar" userId="8a083b85784beda6" providerId="LiveId" clId="{FAC1092B-871E-4A7C-AF0A-7B367F409DAB}" dt="2026-07-05T17:26:43.562" v="344" actId="26606"/>
          <ac:spMkLst>
            <pc:docMk/>
            <pc:sldMk cId="4128348485" sldId="257"/>
            <ac:spMk id="146" creationId="{BD4C0BBB-0042-4603-A226-6117F3FD5B3C}"/>
          </ac:spMkLst>
        </pc:spChg>
        <pc:spChg chg="add del">
          <ac:chgData name="saurav kumar" userId="8a083b85784beda6" providerId="LiveId" clId="{FAC1092B-871E-4A7C-AF0A-7B367F409DAB}" dt="2026-07-05T17:26:43.562" v="344" actId="26606"/>
          <ac:spMkLst>
            <pc:docMk/>
            <pc:sldMk cId="4128348485" sldId="257"/>
            <ac:spMk id="147" creationId="{EC44F520-2598-460E-9F91-B02F60830CA2}"/>
          </ac:spMkLst>
        </pc:spChg>
        <pc:spChg chg="add del">
          <ac:chgData name="saurav kumar" userId="8a083b85784beda6" providerId="LiveId" clId="{FAC1092B-871E-4A7C-AF0A-7B367F409DAB}" dt="2026-07-05T17:26:43.562" v="344" actId="26606"/>
          <ac:spMkLst>
            <pc:docMk/>
            <pc:sldMk cId="4128348485" sldId="257"/>
            <ac:spMk id="148" creationId="{6ACA6F80-D392-A64E-3CF8-F28F1CCEE67B}"/>
          </ac:spMkLst>
        </pc:spChg>
        <pc:spChg chg="add del">
          <ac:chgData name="saurav kumar" userId="8a083b85784beda6" providerId="LiveId" clId="{FAC1092B-871E-4A7C-AF0A-7B367F409DAB}" dt="2026-07-05T17:26:43.562" v="344" actId="26606"/>
          <ac:spMkLst>
            <pc:docMk/>
            <pc:sldMk cId="4128348485" sldId="257"/>
            <ac:spMk id="149" creationId="{81097DDE-1D45-40A7-9F85-72AD9472A02D}"/>
          </ac:spMkLst>
        </pc:spChg>
        <pc:spChg chg="add del">
          <ac:chgData name="saurav kumar" userId="8a083b85784beda6" providerId="LiveId" clId="{FAC1092B-871E-4A7C-AF0A-7B367F409DAB}" dt="2026-07-05T17:26:43.562" v="344" actId="26606"/>
          <ac:spMkLst>
            <pc:docMk/>
            <pc:sldMk cId="4128348485" sldId="257"/>
            <ac:spMk id="150" creationId="{415C4FE2-5362-FB30-4461-17307BE10C9C}"/>
          </ac:spMkLst>
        </pc:spChg>
        <pc:spChg chg="add del">
          <ac:chgData name="saurav kumar" userId="8a083b85784beda6" providerId="LiveId" clId="{FAC1092B-871E-4A7C-AF0A-7B367F409DAB}" dt="2026-07-05T17:26:45.871" v="346" actId="26606"/>
          <ac:spMkLst>
            <pc:docMk/>
            <pc:sldMk cId="4128348485" sldId="257"/>
            <ac:spMk id="152" creationId="{BD4C0BBB-0042-4603-A226-6117F3FD5B3C}"/>
          </ac:spMkLst>
        </pc:spChg>
        <pc:spChg chg="add del">
          <ac:chgData name="saurav kumar" userId="8a083b85784beda6" providerId="LiveId" clId="{FAC1092B-871E-4A7C-AF0A-7B367F409DAB}" dt="2026-07-05T17:26:45.871" v="346" actId="26606"/>
          <ac:spMkLst>
            <pc:docMk/>
            <pc:sldMk cId="4128348485" sldId="257"/>
            <ac:spMk id="153" creationId="{EC44F520-2598-460E-9F91-B02F60830CA2}"/>
          </ac:spMkLst>
        </pc:spChg>
        <pc:spChg chg="add del">
          <ac:chgData name="saurav kumar" userId="8a083b85784beda6" providerId="LiveId" clId="{FAC1092B-871E-4A7C-AF0A-7B367F409DAB}" dt="2026-07-05T17:26:45.871" v="346" actId="26606"/>
          <ac:spMkLst>
            <pc:docMk/>
            <pc:sldMk cId="4128348485" sldId="257"/>
            <ac:spMk id="154" creationId="{979E27D9-03C7-44E2-9FF8-15D0C8506AF7}"/>
          </ac:spMkLst>
        </pc:spChg>
        <pc:spChg chg="add del">
          <ac:chgData name="saurav kumar" userId="8a083b85784beda6" providerId="LiveId" clId="{FAC1092B-871E-4A7C-AF0A-7B367F409DAB}" dt="2026-07-05T17:26:45.871" v="346" actId="26606"/>
          <ac:spMkLst>
            <pc:docMk/>
            <pc:sldMk cId="4128348485" sldId="257"/>
            <ac:spMk id="155" creationId="{EEBF1590-3B36-48EE-A89D-3B6F3CB256AB}"/>
          </ac:spMkLst>
        </pc:spChg>
        <pc:spChg chg="add del">
          <ac:chgData name="saurav kumar" userId="8a083b85784beda6" providerId="LiveId" clId="{FAC1092B-871E-4A7C-AF0A-7B367F409DAB}" dt="2026-07-05T17:26:47.221" v="348" actId="26606"/>
          <ac:spMkLst>
            <pc:docMk/>
            <pc:sldMk cId="4128348485" sldId="257"/>
            <ac:spMk id="158" creationId="{BD4C0BBB-0042-4603-A226-6117F3FD5B3C}"/>
          </ac:spMkLst>
        </pc:spChg>
        <pc:spChg chg="add del">
          <ac:chgData name="saurav kumar" userId="8a083b85784beda6" providerId="LiveId" clId="{FAC1092B-871E-4A7C-AF0A-7B367F409DAB}" dt="2026-07-05T17:26:47.221" v="348" actId="26606"/>
          <ac:spMkLst>
            <pc:docMk/>
            <pc:sldMk cId="4128348485" sldId="257"/>
            <ac:spMk id="159" creationId="{EC44F520-2598-460E-9F91-B02F60830CA2}"/>
          </ac:spMkLst>
        </pc:spChg>
        <pc:spChg chg="add del">
          <ac:chgData name="saurav kumar" userId="8a083b85784beda6" providerId="LiveId" clId="{FAC1092B-871E-4A7C-AF0A-7B367F409DAB}" dt="2026-07-05T17:26:47.221" v="348" actId="26606"/>
          <ac:spMkLst>
            <pc:docMk/>
            <pc:sldMk cId="4128348485" sldId="257"/>
            <ac:spMk id="160" creationId="{E3CBB9B1-7B7D-4BA1-A1AF-572168B39539}"/>
          </ac:spMkLst>
        </pc:spChg>
        <pc:spChg chg="add del">
          <ac:chgData name="saurav kumar" userId="8a083b85784beda6" providerId="LiveId" clId="{FAC1092B-871E-4A7C-AF0A-7B367F409DAB}" dt="2026-07-05T17:26:47.221" v="348" actId="26606"/>
          <ac:spMkLst>
            <pc:docMk/>
            <pc:sldMk cId="4128348485" sldId="257"/>
            <ac:spMk id="161" creationId="{907741FC-B544-4A6E-B831-6789D042333D}"/>
          </ac:spMkLst>
        </pc:spChg>
        <pc:spChg chg="add del">
          <ac:chgData name="saurav kumar" userId="8a083b85784beda6" providerId="LiveId" clId="{FAC1092B-871E-4A7C-AF0A-7B367F409DAB}" dt="2026-07-05T17:26:47.221" v="348" actId="26606"/>
          <ac:spMkLst>
            <pc:docMk/>
            <pc:sldMk cId="4128348485" sldId="257"/>
            <ac:spMk id="162" creationId="{3F0BE7ED-7814-4273-B18A-F26CC0380380}"/>
          </ac:spMkLst>
        </pc:spChg>
        <pc:spChg chg="add del">
          <ac:chgData name="saurav kumar" userId="8a083b85784beda6" providerId="LiveId" clId="{FAC1092B-871E-4A7C-AF0A-7B367F409DAB}" dt="2026-07-05T17:26:49.291" v="350" actId="26606"/>
          <ac:spMkLst>
            <pc:docMk/>
            <pc:sldMk cId="4128348485" sldId="257"/>
            <ac:spMk id="164" creationId="{BD4C0BBB-0042-4603-A226-6117F3FD5B3C}"/>
          </ac:spMkLst>
        </pc:spChg>
        <pc:spChg chg="add del">
          <ac:chgData name="saurav kumar" userId="8a083b85784beda6" providerId="LiveId" clId="{FAC1092B-871E-4A7C-AF0A-7B367F409DAB}" dt="2026-07-05T17:26:49.291" v="350" actId="26606"/>
          <ac:spMkLst>
            <pc:docMk/>
            <pc:sldMk cId="4128348485" sldId="257"/>
            <ac:spMk id="165" creationId="{EC44F520-2598-460E-9F91-B02F60830CA2}"/>
          </ac:spMkLst>
        </pc:spChg>
        <pc:spChg chg="add del">
          <ac:chgData name="saurav kumar" userId="8a083b85784beda6" providerId="LiveId" clId="{FAC1092B-871E-4A7C-AF0A-7B367F409DAB}" dt="2026-07-05T17:26:49.291" v="350" actId="26606"/>
          <ac:spMkLst>
            <pc:docMk/>
            <pc:sldMk cId="4128348485" sldId="257"/>
            <ac:spMk id="166" creationId="{FE0A6C7C-0AE6-48BC-951D-9663738EEAC1}"/>
          </ac:spMkLst>
        </pc:spChg>
        <pc:spChg chg="del">
          <ac:chgData name="saurav kumar" userId="8a083b85784beda6" providerId="LiveId" clId="{FAC1092B-871E-4A7C-AF0A-7B367F409DAB}" dt="2026-07-05T17:26:49.291" v="350" actId="26606"/>
          <ac:spMkLst>
            <pc:docMk/>
            <pc:sldMk cId="4128348485" sldId="257"/>
            <ac:spMk id="167" creationId="{88F7DC0D-FB41-40DE-9A2A-1621F2F269CE}"/>
          </ac:spMkLst>
        </pc:spChg>
        <pc:spChg chg="add del">
          <ac:chgData name="saurav kumar" userId="8a083b85784beda6" providerId="LiveId" clId="{FAC1092B-871E-4A7C-AF0A-7B367F409DAB}" dt="2026-07-05T17:26:49.291" v="350" actId="26606"/>
          <ac:spMkLst>
            <pc:docMk/>
            <pc:sldMk cId="4128348485" sldId="257"/>
            <ac:spMk id="171" creationId="{3E51228A-E070-4CBB-B003-E1F8EB0AF3FA}"/>
          </ac:spMkLst>
        </pc:spChg>
        <pc:spChg chg="add">
          <ac:chgData name="saurav kumar" userId="8a083b85784beda6" providerId="LiveId" clId="{FAC1092B-871E-4A7C-AF0A-7B367F409DAB}" dt="2026-07-05T17:26:47.315" v="349" actId="26606"/>
          <ac:spMkLst>
            <pc:docMk/>
            <pc:sldMk cId="4128348485" sldId="257"/>
            <ac:spMk id="172" creationId="{B61AB5B3-299F-402C-A990-BCBB37FE0988}"/>
          </ac:spMkLst>
        </pc:spChg>
        <pc:spChg chg="add del">
          <ac:chgData name="saurav kumar" userId="8a083b85784beda6" providerId="LiveId" clId="{FAC1092B-871E-4A7C-AF0A-7B367F409DAB}" dt="2026-07-05T17:26:52.931" v="352" actId="26606"/>
          <ac:spMkLst>
            <pc:docMk/>
            <pc:sldMk cId="4128348485" sldId="257"/>
            <ac:spMk id="175" creationId="{EC44F520-2598-460E-9F91-B02F60830CA2}"/>
          </ac:spMkLst>
        </pc:spChg>
        <pc:spChg chg="add del">
          <ac:chgData name="saurav kumar" userId="8a083b85784beda6" providerId="LiveId" clId="{FAC1092B-871E-4A7C-AF0A-7B367F409DAB}" dt="2026-07-05T17:26:52.931" v="352" actId="26606"/>
          <ac:spMkLst>
            <pc:docMk/>
            <pc:sldMk cId="4128348485" sldId="257"/>
            <ac:spMk id="177" creationId="{88F7DC0D-FB41-40DE-9A2A-1621F2F269CE}"/>
          </ac:spMkLst>
        </pc:spChg>
        <pc:spChg chg="add del">
          <ac:chgData name="saurav kumar" userId="8a083b85784beda6" providerId="LiveId" clId="{FAC1092B-871E-4A7C-AF0A-7B367F409DAB}" dt="2026-07-05T17:26:52.931" v="352" actId="26606"/>
          <ac:spMkLst>
            <pc:docMk/>
            <pc:sldMk cId="4128348485" sldId="257"/>
            <ac:spMk id="178" creationId="{70CEE6E3-70B6-4693-8985-3413141EE2EA}"/>
          </ac:spMkLst>
        </pc:spChg>
        <pc:spChg chg="add del">
          <ac:chgData name="saurav kumar" userId="8a083b85784beda6" providerId="LiveId" clId="{FAC1092B-871E-4A7C-AF0A-7B367F409DAB}" dt="2026-07-05T17:26:52.931" v="352" actId="26606"/>
          <ac:spMkLst>
            <pc:docMk/>
            <pc:sldMk cId="4128348485" sldId="257"/>
            <ac:spMk id="181" creationId="{3E51228A-E070-4CBB-B003-E1F8EB0AF3FA}"/>
          </ac:spMkLst>
        </pc:spChg>
        <pc:spChg chg="add del">
          <ac:chgData name="saurav kumar" userId="8a083b85784beda6" providerId="LiveId" clId="{FAC1092B-871E-4A7C-AF0A-7B367F409DAB}" dt="2026-07-05T17:26:52.931" v="352" actId="26606"/>
          <ac:spMkLst>
            <pc:docMk/>
            <pc:sldMk cId="4128348485" sldId="257"/>
            <ac:spMk id="182" creationId="{B61AB5B3-299F-402C-A990-BCBB37FE0988}"/>
          </ac:spMkLst>
        </pc:spChg>
        <pc:spChg chg="add del">
          <ac:chgData name="saurav kumar" userId="8a083b85784beda6" providerId="LiveId" clId="{FAC1092B-871E-4A7C-AF0A-7B367F409DAB}" dt="2026-07-05T17:26:57.198" v="354" actId="26606"/>
          <ac:spMkLst>
            <pc:docMk/>
            <pc:sldMk cId="4128348485" sldId="257"/>
            <ac:spMk id="184" creationId="{BD4C0BBB-0042-4603-A226-6117F3FD5B3C}"/>
          </ac:spMkLst>
        </pc:spChg>
        <pc:spChg chg="add del">
          <ac:chgData name="saurav kumar" userId="8a083b85784beda6" providerId="LiveId" clId="{FAC1092B-871E-4A7C-AF0A-7B367F409DAB}" dt="2026-07-05T17:26:57.198" v="354" actId="26606"/>
          <ac:spMkLst>
            <pc:docMk/>
            <pc:sldMk cId="4128348485" sldId="257"/>
            <ac:spMk id="185" creationId="{EC44F520-2598-460E-9F91-B02F60830CA2}"/>
          </ac:spMkLst>
        </pc:spChg>
        <pc:spChg chg="add del">
          <ac:chgData name="saurav kumar" userId="8a083b85784beda6" providerId="LiveId" clId="{FAC1092B-871E-4A7C-AF0A-7B367F409DAB}" dt="2026-07-05T17:26:57.198" v="354" actId="26606"/>
          <ac:spMkLst>
            <pc:docMk/>
            <pc:sldMk cId="4128348485" sldId="257"/>
            <ac:spMk id="187" creationId="{529E760E-527D-4053-A309-F2BDE12501CD}"/>
          </ac:spMkLst>
        </pc:spChg>
        <pc:spChg chg="add del">
          <ac:chgData name="saurav kumar" userId="8a083b85784beda6" providerId="LiveId" clId="{FAC1092B-871E-4A7C-AF0A-7B367F409DAB}" dt="2026-07-05T17:26:57.198" v="354" actId="26606"/>
          <ac:spMkLst>
            <pc:docMk/>
            <pc:sldMk cId="4128348485" sldId="257"/>
            <ac:spMk id="188" creationId="{4153D448-4ED1-429A-A28C-8316DE7CAF7E}"/>
          </ac:spMkLst>
        </pc:spChg>
        <pc:spChg chg="add">
          <ac:chgData name="saurav kumar" userId="8a083b85784beda6" providerId="LiveId" clId="{FAC1092B-871E-4A7C-AF0A-7B367F409DAB}" dt="2026-07-05T17:26:57.259" v="355" actId="26606"/>
          <ac:spMkLst>
            <pc:docMk/>
            <pc:sldMk cId="4128348485" sldId="257"/>
            <ac:spMk id="191" creationId="{EC44F520-2598-460E-9F91-B02F60830CA2}"/>
          </ac:spMkLst>
        </pc:spChg>
        <pc:spChg chg="add">
          <ac:chgData name="saurav kumar" userId="8a083b85784beda6" providerId="LiveId" clId="{FAC1092B-871E-4A7C-AF0A-7B367F409DAB}" dt="2026-07-05T17:26:57.259" v="355" actId="26606"/>
          <ac:spMkLst>
            <pc:docMk/>
            <pc:sldMk cId="4128348485" sldId="257"/>
            <ac:spMk id="192" creationId="{1B15ED52-F352-441B-82BF-E0EA34836D08}"/>
          </ac:spMkLst>
        </pc:spChg>
        <pc:spChg chg="add">
          <ac:chgData name="saurav kumar" userId="8a083b85784beda6" providerId="LiveId" clId="{FAC1092B-871E-4A7C-AF0A-7B367F409DAB}" dt="2026-07-05T17:26:57.259" v="355" actId="26606"/>
          <ac:spMkLst>
            <pc:docMk/>
            <pc:sldMk cId="4128348485" sldId="257"/>
            <ac:spMk id="193" creationId="{61707E60-CEC9-4661-AA82-69242EB4BDC3}"/>
          </ac:spMkLst>
        </pc:spChg>
        <pc:spChg chg="add">
          <ac:chgData name="saurav kumar" userId="8a083b85784beda6" providerId="LiveId" clId="{FAC1092B-871E-4A7C-AF0A-7B367F409DAB}" dt="2026-07-05T17:26:57.259" v="355" actId="26606"/>
          <ac:spMkLst>
            <pc:docMk/>
            <pc:sldMk cId="4128348485" sldId="257"/>
            <ac:spMk id="194" creationId="{8F035CD8-AE30-4146-96F2-036B0CE5E4F3}"/>
          </ac:spMkLst>
        </pc:spChg>
        <pc:graphicFrameChg chg="add del">
          <ac:chgData name="saurav kumar" userId="8a083b85784beda6" providerId="LiveId" clId="{FAC1092B-871E-4A7C-AF0A-7B367F409DAB}" dt="2026-07-05T17:25:11.813" v="306" actId="26606"/>
          <ac:graphicFrameMkLst>
            <pc:docMk/>
            <pc:sldMk cId="4128348485" sldId="257"/>
            <ac:graphicFrameMk id="11" creationId="{E4B687DF-BBBC-3FB9-30D2-A72CCCFE42B3}"/>
          </ac:graphicFrameMkLst>
        </pc:graphicFrameChg>
        <pc:graphicFrameChg chg="add del">
          <ac:chgData name="saurav kumar" userId="8a083b85784beda6" providerId="LiveId" clId="{FAC1092B-871E-4A7C-AF0A-7B367F409DAB}" dt="2026-07-05T17:25:14.175" v="308" actId="26606"/>
          <ac:graphicFrameMkLst>
            <pc:docMk/>
            <pc:sldMk cId="4128348485" sldId="257"/>
            <ac:graphicFrameMk id="13" creationId="{BF2CF84A-C079-238E-42E3-78A65D4BD49D}"/>
          </ac:graphicFrameMkLst>
        </pc:graphicFrameChg>
        <pc:graphicFrameChg chg="add mod modGraphic">
          <ac:chgData name="saurav kumar" userId="8a083b85784beda6" providerId="LiveId" clId="{FAC1092B-871E-4A7C-AF0A-7B367F409DAB}" dt="2026-07-05T17:26:04.730" v="332" actId="26606"/>
          <ac:graphicFrameMkLst>
            <pc:docMk/>
            <pc:sldMk cId="4128348485" sldId="257"/>
            <ac:graphicFrameMk id="15" creationId="{7D8DDEA4-8939-76F7-C00A-025B04E465DA}"/>
          </ac:graphicFrameMkLst>
        </pc:graphicFrameChg>
        <pc:picChg chg="add del">
          <ac:chgData name="saurav kumar" userId="8a083b85784beda6" providerId="LiveId" clId="{FAC1092B-871E-4A7C-AF0A-7B367F409DAB}" dt="2026-07-05T17:19:12.890" v="267" actId="478"/>
          <ac:picMkLst>
            <pc:docMk/>
            <pc:sldMk cId="4128348485" sldId="257"/>
            <ac:picMk id="6" creationId="{D71FF414-3455-0ADC-C9CC-2B3CA52C6F50}"/>
          </ac:picMkLst>
        </pc:picChg>
        <pc:picChg chg="add mod ord">
          <ac:chgData name="saurav kumar" userId="8a083b85784beda6" providerId="LiveId" clId="{FAC1092B-871E-4A7C-AF0A-7B367F409DAB}" dt="2026-07-05T17:26:20.023" v="334" actId="26606"/>
          <ac:picMkLst>
            <pc:docMk/>
            <pc:sldMk cId="4128348485" sldId="257"/>
            <ac:picMk id="9" creationId="{583663ED-6214-8C6E-1B3B-ECADA779C2C8}"/>
          </ac:picMkLst>
        </pc:picChg>
      </pc:sldChg>
      <pc:sldChg chg="addSp delSp modSp new mod setBg">
        <pc:chgData name="saurav kumar" userId="8a083b85784beda6" providerId="LiveId" clId="{FAC1092B-871E-4A7C-AF0A-7B367F409DAB}" dt="2026-07-05T17:47:42.530" v="563" actId="14100"/>
        <pc:sldMkLst>
          <pc:docMk/>
          <pc:sldMk cId="319525751" sldId="258"/>
        </pc:sldMkLst>
        <pc:spChg chg="add mod">
          <ac:chgData name="saurav kumar" userId="8a083b85784beda6" providerId="LiveId" clId="{FAC1092B-871E-4A7C-AF0A-7B367F409DAB}" dt="2026-07-05T17:47:32.350" v="561" actId="26606"/>
          <ac:spMkLst>
            <pc:docMk/>
            <pc:sldMk cId="319525751" sldId="258"/>
            <ac:spMk id="2" creationId="{A57FC06A-1962-6E23-5D9A-27BABCF481D0}"/>
          </ac:spMkLst>
        </pc:spChg>
        <pc:spChg chg="add del mod">
          <ac:chgData name="saurav kumar" userId="8a083b85784beda6" providerId="LiveId" clId="{FAC1092B-871E-4A7C-AF0A-7B367F409DAB}" dt="2026-07-05T17:28:08.950" v="377"/>
          <ac:spMkLst>
            <pc:docMk/>
            <pc:sldMk cId="319525751" sldId="258"/>
            <ac:spMk id="3" creationId="{31F76A93-8605-499B-39A1-1ED470CCBF75}"/>
          </ac:spMkLst>
        </pc:spChg>
        <pc:spChg chg="add mod ord">
          <ac:chgData name="saurav kumar" userId="8a083b85784beda6" providerId="LiveId" clId="{FAC1092B-871E-4A7C-AF0A-7B367F409DAB}" dt="2026-07-05T17:47:32.350" v="561" actId="26606"/>
          <ac:spMkLst>
            <pc:docMk/>
            <pc:sldMk cId="319525751" sldId="258"/>
            <ac:spMk id="4" creationId="{D9A9A2F3-23A5-D766-0DED-50EAC23B072B}"/>
          </ac:spMkLst>
        </pc:spChg>
        <pc:spChg chg="add del">
          <ac:chgData name="saurav kumar" userId="8a083b85784beda6" providerId="LiveId" clId="{FAC1092B-871E-4A7C-AF0A-7B367F409DAB}" dt="2026-07-05T17:47:15.575" v="546" actId="26606"/>
          <ac:spMkLst>
            <pc:docMk/>
            <pc:sldMk cId="319525751" sldId="258"/>
            <ac:spMk id="11" creationId="{BD4C0BBB-0042-4603-A226-6117F3FD5B3C}"/>
          </ac:spMkLst>
        </pc:spChg>
        <pc:spChg chg="add del">
          <ac:chgData name="saurav kumar" userId="8a083b85784beda6" providerId="LiveId" clId="{FAC1092B-871E-4A7C-AF0A-7B367F409DAB}" dt="2026-07-05T17:47:15.575" v="546" actId="26606"/>
          <ac:spMkLst>
            <pc:docMk/>
            <pc:sldMk cId="319525751" sldId="258"/>
            <ac:spMk id="13" creationId="{EC44F520-2598-460E-9F91-B02F60830CA2}"/>
          </ac:spMkLst>
        </pc:spChg>
        <pc:spChg chg="add del">
          <ac:chgData name="saurav kumar" userId="8a083b85784beda6" providerId="LiveId" clId="{FAC1092B-871E-4A7C-AF0A-7B367F409DAB}" dt="2026-07-05T17:47:15.575" v="546" actId="26606"/>
          <ac:spMkLst>
            <pc:docMk/>
            <pc:sldMk cId="319525751" sldId="258"/>
            <ac:spMk id="15" creationId="{ED9D89B5-CCAB-4617-B70E-501DBE3C8437}"/>
          </ac:spMkLst>
        </pc:spChg>
        <pc:spChg chg="add del">
          <ac:chgData name="saurav kumar" userId="8a083b85784beda6" providerId="LiveId" clId="{FAC1092B-871E-4A7C-AF0A-7B367F409DAB}" dt="2026-07-05T17:47:15.575" v="546" actId="26606"/>
          <ac:spMkLst>
            <pc:docMk/>
            <pc:sldMk cId="319525751" sldId="258"/>
            <ac:spMk id="17" creationId="{955DEFE8-24AF-47F7-B020-D4D76ABA1830}"/>
          </ac:spMkLst>
        </pc:spChg>
        <pc:spChg chg="add del">
          <ac:chgData name="saurav kumar" userId="8a083b85784beda6" providerId="LiveId" clId="{FAC1092B-871E-4A7C-AF0A-7B367F409DAB}" dt="2026-07-05T17:47:15.575" v="546" actId="26606"/>
          <ac:spMkLst>
            <pc:docMk/>
            <pc:sldMk cId="319525751" sldId="258"/>
            <ac:spMk id="19" creationId="{6EAE3873-25FC-4346-B1D5-82E5F9D953ED}"/>
          </ac:spMkLst>
        </pc:spChg>
        <pc:spChg chg="add del">
          <ac:chgData name="saurav kumar" userId="8a083b85784beda6" providerId="LiveId" clId="{FAC1092B-871E-4A7C-AF0A-7B367F409DAB}" dt="2026-07-05T17:47:18.045" v="548" actId="26606"/>
          <ac:spMkLst>
            <pc:docMk/>
            <pc:sldMk cId="319525751" sldId="258"/>
            <ac:spMk id="21" creationId="{BD4C0BBB-0042-4603-A226-6117F3FD5B3C}"/>
          </ac:spMkLst>
        </pc:spChg>
        <pc:spChg chg="add del">
          <ac:chgData name="saurav kumar" userId="8a083b85784beda6" providerId="LiveId" clId="{FAC1092B-871E-4A7C-AF0A-7B367F409DAB}" dt="2026-07-05T17:47:18.045" v="548" actId="26606"/>
          <ac:spMkLst>
            <pc:docMk/>
            <pc:sldMk cId="319525751" sldId="258"/>
            <ac:spMk id="22" creationId="{EC44F520-2598-460E-9F91-B02F60830CA2}"/>
          </ac:spMkLst>
        </pc:spChg>
        <pc:spChg chg="add del">
          <ac:chgData name="saurav kumar" userId="8a083b85784beda6" providerId="LiveId" clId="{FAC1092B-871E-4A7C-AF0A-7B367F409DAB}" dt="2026-07-05T17:47:18.045" v="548" actId="26606"/>
          <ac:spMkLst>
            <pc:docMk/>
            <pc:sldMk cId="319525751" sldId="258"/>
            <ac:spMk id="23" creationId="{979E27D9-03C7-44E2-9FF8-15D0C8506AF7}"/>
          </ac:spMkLst>
        </pc:spChg>
        <pc:spChg chg="add del">
          <ac:chgData name="saurav kumar" userId="8a083b85784beda6" providerId="LiveId" clId="{FAC1092B-871E-4A7C-AF0A-7B367F409DAB}" dt="2026-07-05T17:47:18.045" v="548" actId="26606"/>
          <ac:spMkLst>
            <pc:docMk/>
            <pc:sldMk cId="319525751" sldId="258"/>
            <ac:spMk id="24" creationId="{EEBF1590-3B36-48EE-A89D-3B6F3CB256AB}"/>
          </ac:spMkLst>
        </pc:spChg>
        <pc:spChg chg="add del">
          <ac:chgData name="saurav kumar" userId="8a083b85784beda6" providerId="LiveId" clId="{FAC1092B-871E-4A7C-AF0A-7B367F409DAB}" dt="2026-07-05T17:47:18.045" v="548" actId="26606"/>
          <ac:spMkLst>
            <pc:docMk/>
            <pc:sldMk cId="319525751" sldId="258"/>
            <ac:spMk id="25" creationId="{AC8F6C8C-AB5A-4548-942D-E3FD40ACBC49}"/>
          </ac:spMkLst>
        </pc:spChg>
        <pc:spChg chg="add del">
          <ac:chgData name="saurav kumar" userId="8a083b85784beda6" providerId="LiveId" clId="{FAC1092B-871E-4A7C-AF0A-7B367F409DAB}" dt="2026-07-05T17:47:20.246" v="550" actId="26606"/>
          <ac:spMkLst>
            <pc:docMk/>
            <pc:sldMk cId="319525751" sldId="258"/>
            <ac:spMk id="27" creationId="{BD4C0BBB-0042-4603-A226-6117F3FD5B3C}"/>
          </ac:spMkLst>
        </pc:spChg>
        <pc:spChg chg="add del">
          <ac:chgData name="saurav kumar" userId="8a083b85784beda6" providerId="LiveId" clId="{FAC1092B-871E-4A7C-AF0A-7B367F409DAB}" dt="2026-07-05T17:47:20.246" v="550" actId="26606"/>
          <ac:spMkLst>
            <pc:docMk/>
            <pc:sldMk cId="319525751" sldId="258"/>
            <ac:spMk id="28" creationId="{EC44F520-2598-460E-9F91-B02F60830CA2}"/>
          </ac:spMkLst>
        </pc:spChg>
        <pc:spChg chg="add del">
          <ac:chgData name="saurav kumar" userId="8a083b85784beda6" providerId="LiveId" clId="{FAC1092B-871E-4A7C-AF0A-7B367F409DAB}" dt="2026-07-05T17:47:20.246" v="550" actId="26606"/>
          <ac:spMkLst>
            <pc:docMk/>
            <pc:sldMk cId="319525751" sldId="258"/>
            <ac:spMk id="29" creationId="{11D6A2A3-F101-46F7-8B6F-1C699CAFE9AD}"/>
          </ac:spMkLst>
        </pc:spChg>
        <pc:spChg chg="add del">
          <ac:chgData name="saurav kumar" userId="8a083b85784beda6" providerId="LiveId" clId="{FAC1092B-871E-4A7C-AF0A-7B367F409DAB}" dt="2026-07-05T17:47:20.246" v="550" actId="26606"/>
          <ac:spMkLst>
            <pc:docMk/>
            <pc:sldMk cId="319525751" sldId="258"/>
            <ac:spMk id="30" creationId="{529E760E-527D-4053-A309-F2BDE12501CD}"/>
          </ac:spMkLst>
        </pc:spChg>
        <pc:spChg chg="add del">
          <ac:chgData name="saurav kumar" userId="8a083b85784beda6" providerId="LiveId" clId="{FAC1092B-871E-4A7C-AF0A-7B367F409DAB}" dt="2026-07-05T17:47:20.246" v="550" actId="26606"/>
          <ac:spMkLst>
            <pc:docMk/>
            <pc:sldMk cId="319525751" sldId="258"/>
            <ac:spMk id="31" creationId="{4153D448-4ED1-429A-A28C-8316DE7CAF7E}"/>
          </ac:spMkLst>
        </pc:spChg>
        <pc:spChg chg="add del">
          <ac:chgData name="saurav kumar" userId="8a083b85784beda6" providerId="LiveId" clId="{FAC1092B-871E-4A7C-AF0A-7B367F409DAB}" dt="2026-07-05T17:47:22.727" v="552" actId="26606"/>
          <ac:spMkLst>
            <pc:docMk/>
            <pc:sldMk cId="319525751" sldId="258"/>
            <ac:spMk id="33" creationId="{BD4C0BBB-0042-4603-A226-6117F3FD5B3C}"/>
          </ac:spMkLst>
        </pc:spChg>
        <pc:spChg chg="add del">
          <ac:chgData name="saurav kumar" userId="8a083b85784beda6" providerId="LiveId" clId="{FAC1092B-871E-4A7C-AF0A-7B367F409DAB}" dt="2026-07-05T17:47:22.727" v="552" actId="26606"/>
          <ac:spMkLst>
            <pc:docMk/>
            <pc:sldMk cId="319525751" sldId="258"/>
            <ac:spMk id="34" creationId="{EC44F520-2598-460E-9F91-B02F60830CA2}"/>
          </ac:spMkLst>
        </pc:spChg>
        <pc:spChg chg="add del">
          <ac:chgData name="saurav kumar" userId="8a083b85784beda6" providerId="LiveId" clId="{FAC1092B-871E-4A7C-AF0A-7B367F409DAB}" dt="2026-07-05T17:47:22.727" v="552" actId="26606"/>
          <ac:spMkLst>
            <pc:docMk/>
            <pc:sldMk cId="319525751" sldId="258"/>
            <ac:spMk id="35" creationId="{8FA96985-DEAC-46A0-B70E-39A7B867E5CB}"/>
          </ac:spMkLst>
        </pc:spChg>
        <pc:spChg chg="add del">
          <ac:chgData name="saurav kumar" userId="8a083b85784beda6" providerId="LiveId" clId="{FAC1092B-871E-4A7C-AF0A-7B367F409DAB}" dt="2026-07-05T17:47:22.727" v="552" actId="26606"/>
          <ac:spMkLst>
            <pc:docMk/>
            <pc:sldMk cId="319525751" sldId="258"/>
            <ac:spMk id="36" creationId="{88F7DC0D-FB41-40DE-9A2A-1621F2F269CE}"/>
          </ac:spMkLst>
        </pc:spChg>
        <pc:spChg chg="add del">
          <ac:chgData name="saurav kumar" userId="8a083b85784beda6" providerId="LiveId" clId="{FAC1092B-871E-4A7C-AF0A-7B367F409DAB}" dt="2026-07-05T17:47:22.727" v="552" actId="26606"/>
          <ac:spMkLst>
            <pc:docMk/>
            <pc:sldMk cId="319525751" sldId="258"/>
            <ac:spMk id="37" creationId="{AC56B1E5-8C40-4B38-9E01-086401F40D54}"/>
          </ac:spMkLst>
        </pc:spChg>
        <pc:spChg chg="add del">
          <ac:chgData name="saurav kumar" userId="8a083b85784beda6" providerId="LiveId" clId="{FAC1092B-871E-4A7C-AF0A-7B367F409DAB}" dt="2026-07-05T17:47:22.727" v="552" actId="26606"/>
          <ac:spMkLst>
            <pc:docMk/>
            <pc:sldMk cId="319525751" sldId="258"/>
            <ac:spMk id="38" creationId="{373BF372-AF59-4E6A-B507-99714F0DDE13}"/>
          </ac:spMkLst>
        </pc:spChg>
        <pc:spChg chg="add del">
          <ac:chgData name="saurav kumar" userId="8a083b85784beda6" providerId="LiveId" clId="{FAC1092B-871E-4A7C-AF0A-7B367F409DAB}" dt="2026-07-05T17:47:22.727" v="552" actId="26606"/>
          <ac:spMkLst>
            <pc:docMk/>
            <pc:sldMk cId="319525751" sldId="258"/>
            <ac:spMk id="39" creationId="{3E51228A-E070-4CBB-B003-E1F8EB0AF3FA}"/>
          </ac:spMkLst>
        </pc:spChg>
        <pc:spChg chg="add del">
          <ac:chgData name="saurav kumar" userId="8a083b85784beda6" providerId="LiveId" clId="{FAC1092B-871E-4A7C-AF0A-7B367F409DAB}" dt="2026-07-05T17:47:22.727" v="552" actId="26606"/>
          <ac:spMkLst>
            <pc:docMk/>
            <pc:sldMk cId="319525751" sldId="258"/>
            <ac:spMk id="40" creationId="{B61AB5B3-299F-402C-A990-BCBB37FE0988}"/>
          </ac:spMkLst>
        </pc:spChg>
        <pc:spChg chg="add del">
          <ac:chgData name="saurav kumar" userId="8a083b85784beda6" providerId="LiveId" clId="{FAC1092B-871E-4A7C-AF0A-7B367F409DAB}" dt="2026-07-05T17:47:22.727" v="552" actId="26606"/>
          <ac:spMkLst>
            <pc:docMk/>
            <pc:sldMk cId="319525751" sldId="258"/>
            <ac:spMk id="41" creationId="{70CEE6E3-70B6-4693-8985-3413141EE2EA}"/>
          </ac:spMkLst>
        </pc:spChg>
        <pc:spChg chg="add del">
          <ac:chgData name="saurav kumar" userId="8a083b85784beda6" providerId="LiveId" clId="{FAC1092B-871E-4A7C-AF0A-7B367F409DAB}" dt="2026-07-05T17:47:25.448" v="554" actId="26606"/>
          <ac:spMkLst>
            <pc:docMk/>
            <pc:sldMk cId="319525751" sldId="258"/>
            <ac:spMk id="43" creationId="{BD4C0BBB-0042-4603-A226-6117F3FD5B3C}"/>
          </ac:spMkLst>
        </pc:spChg>
        <pc:spChg chg="add del">
          <ac:chgData name="saurav kumar" userId="8a083b85784beda6" providerId="LiveId" clId="{FAC1092B-871E-4A7C-AF0A-7B367F409DAB}" dt="2026-07-05T17:47:25.448" v="554" actId="26606"/>
          <ac:spMkLst>
            <pc:docMk/>
            <pc:sldMk cId="319525751" sldId="258"/>
            <ac:spMk id="44" creationId="{EC44F520-2598-460E-9F91-B02F60830CA2}"/>
          </ac:spMkLst>
        </pc:spChg>
        <pc:spChg chg="add del">
          <ac:chgData name="saurav kumar" userId="8a083b85784beda6" providerId="LiveId" clId="{FAC1092B-871E-4A7C-AF0A-7B367F409DAB}" dt="2026-07-05T17:47:25.448" v="554" actId="26606"/>
          <ac:spMkLst>
            <pc:docMk/>
            <pc:sldMk cId="319525751" sldId="258"/>
            <ac:spMk id="45" creationId="{E3CBB9B1-7B7D-4BA1-A1AF-572168B39539}"/>
          </ac:spMkLst>
        </pc:spChg>
        <pc:spChg chg="add del">
          <ac:chgData name="saurav kumar" userId="8a083b85784beda6" providerId="LiveId" clId="{FAC1092B-871E-4A7C-AF0A-7B367F409DAB}" dt="2026-07-05T17:47:25.448" v="554" actId="26606"/>
          <ac:spMkLst>
            <pc:docMk/>
            <pc:sldMk cId="319525751" sldId="258"/>
            <ac:spMk id="46" creationId="{907741FC-B544-4A6E-B831-6789D042333D}"/>
          </ac:spMkLst>
        </pc:spChg>
        <pc:spChg chg="add del">
          <ac:chgData name="saurav kumar" userId="8a083b85784beda6" providerId="LiveId" clId="{FAC1092B-871E-4A7C-AF0A-7B367F409DAB}" dt="2026-07-05T17:47:25.448" v="554" actId="26606"/>
          <ac:spMkLst>
            <pc:docMk/>
            <pc:sldMk cId="319525751" sldId="258"/>
            <ac:spMk id="47" creationId="{3F0BE7ED-7814-4273-B18A-F26CC0380380}"/>
          </ac:spMkLst>
        </pc:spChg>
        <pc:spChg chg="add del">
          <ac:chgData name="saurav kumar" userId="8a083b85784beda6" providerId="LiveId" clId="{FAC1092B-871E-4A7C-AF0A-7B367F409DAB}" dt="2026-07-05T17:47:26.560" v="556" actId="26606"/>
          <ac:spMkLst>
            <pc:docMk/>
            <pc:sldMk cId="319525751" sldId="258"/>
            <ac:spMk id="49" creationId="{BD4C0BBB-0042-4603-A226-6117F3FD5B3C}"/>
          </ac:spMkLst>
        </pc:spChg>
        <pc:spChg chg="add del">
          <ac:chgData name="saurav kumar" userId="8a083b85784beda6" providerId="LiveId" clId="{FAC1092B-871E-4A7C-AF0A-7B367F409DAB}" dt="2026-07-05T17:47:26.560" v="556" actId="26606"/>
          <ac:spMkLst>
            <pc:docMk/>
            <pc:sldMk cId="319525751" sldId="258"/>
            <ac:spMk id="50" creationId="{EC44F520-2598-460E-9F91-B02F60830CA2}"/>
          </ac:spMkLst>
        </pc:spChg>
        <pc:spChg chg="add del">
          <ac:chgData name="saurav kumar" userId="8a083b85784beda6" providerId="LiveId" clId="{FAC1092B-871E-4A7C-AF0A-7B367F409DAB}" dt="2026-07-05T17:47:26.560" v="556" actId="26606"/>
          <ac:spMkLst>
            <pc:docMk/>
            <pc:sldMk cId="319525751" sldId="258"/>
            <ac:spMk id="52" creationId="{88F7DC0D-FB41-40DE-9A2A-1621F2F269CE}"/>
          </ac:spMkLst>
        </pc:spChg>
        <pc:spChg chg="add del">
          <ac:chgData name="saurav kumar" userId="8a083b85784beda6" providerId="LiveId" clId="{FAC1092B-871E-4A7C-AF0A-7B367F409DAB}" dt="2026-07-05T17:47:26.560" v="556" actId="26606"/>
          <ac:spMkLst>
            <pc:docMk/>
            <pc:sldMk cId="319525751" sldId="258"/>
            <ac:spMk id="53" creationId="{70CEE6E3-70B6-4693-8985-3413141EE2EA}"/>
          </ac:spMkLst>
        </pc:spChg>
        <pc:spChg chg="add del">
          <ac:chgData name="saurav kumar" userId="8a083b85784beda6" providerId="LiveId" clId="{FAC1092B-871E-4A7C-AF0A-7B367F409DAB}" dt="2026-07-05T17:47:26.560" v="556" actId="26606"/>
          <ac:spMkLst>
            <pc:docMk/>
            <pc:sldMk cId="319525751" sldId="258"/>
            <ac:spMk id="54" creationId="{AC56B1E5-8C40-4B38-9E01-086401F40D54}"/>
          </ac:spMkLst>
        </pc:spChg>
        <pc:spChg chg="add del">
          <ac:chgData name="saurav kumar" userId="8a083b85784beda6" providerId="LiveId" clId="{FAC1092B-871E-4A7C-AF0A-7B367F409DAB}" dt="2026-07-05T17:47:26.560" v="556" actId="26606"/>
          <ac:spMkLst>
            <pc:docMk/>
            <pc:sldMk cId="319525751" sldId="258"/>
            <ac:spMk id="55" creationId="{373BF372-AF59-4E6A-B507-99714F0DDE13}"/>
          </ac:spMkLst>
        </pc:spChg>
        <pc:spChg chg="add del">
          <ac:chgData name="saurav kumar" userId="8a083b85784beda6" providerId="LiveId" clId="{FAC1092B-871E-4A7C-AF0A-7B367F409DAB}" dt="2026-07-05T17:47:26.560" v="556" actId="26606"/>
          <ac:spMkLst>
            <pc:docMk/>
            <pc:sldMk cId="319525751" sldId="258"/>
            <ac:spMk id="56" creationId="{3E51228A-E070-4CBB-B003-E1F8EB0AF3FA}"/>
          </ac:spMkLst>
        </pc:spChg>
        <pc:spChg chg="add del">
          <ac:chgData name="saurav kumar" userId="8a083b85784beda6" providerId="LiveId" clId="{FAC1092B-871E-4A7C-AF0A-7B367F409DAB}" dt="2026-07-05T17:47:26.560" v="556" actId="26606"/>
          <ac:spMkLst>
            <pc:docMk/>
            <pc:sldMk cId="319525751" sldId="258"/>
            <ac:spMk id="57" creationId="{B61AB5B3-299F-402C-A990-BCBB37FE0988}"/>
          </ac:spMkLst>
        </pc:spChg>
        <pc:spChg chg="add del">
          <ac:chgData name="saurav kumar" userId="8a083b85784beda6" providerId="LiveId" clId="{FAC1092B-871E-4A7C-AF0A-7B367F409DAB}" dt="2026-07-05T17:47:28.986" v="558" actId="26606"/>
          <ac:spMkLst>
            <pc:docMk/>
            <pc:sldMk cId="319525751" sldId="258"/>
            <ac:spMk id="59" creationId="{BD4C0BBB-0042-4603-A226-6117F3FD5B3C}"/>
          </ac:spMkLst>
        </pc:spChg>
        <pc:spChg chg="add del">
          <ac:chgData name="saurav kumar" userId="8a083b85784beda6" providerId="LiveId" clId="{FAC1092B-871E-4A7C-AF0A-7B367F409DAB}" dt="2026-07-05T17:47:28.986" v="558" actId="26606"/>
          <ac:spMkLst>
            <pc:docMk/>
            <pc:sldMk cId="319525751" sldId="258"/>
            <ac:spMk id="60" creationId="{EC44F520-2598-460E-9F91-B02F60830CA2}"/>
          </ac:spMkLst>
        </pc:spChg>
        <pc:spChg chg="add del">
          <ac:chgData name="saurav kumar" userId="8a083b85784beda6" providerId="LiveId" clId="{FAC1092B-871E-4A7C-AF0A-7B367F409DAB}" dt="2026-07-05T17:47:28.986" v="558" actId="26606"/>
          <ac:spMkLst>
            <pc:docMk/>
            <pc:sldMk cId="319525751" sldId="258"/>
            <ac:spMk id="61" creationId="{78DAC5EB-CB66-4144-944F-FCA082908508}"/>
          </ac:spMkLst>
        </pc:spChg>
        <pc:spChg chg="add del">
          <ac:chgData name="saurav kumar" userId="8a083b85784beda6" providerId="LiveId" clId="{FAC1092B-871E-4A7C-AF0A-7B367F409DAB}" dt="2026-07-05T17:47:28.986" v="558" actId="26606"/>
          <ac:spMkLst>
            <pc:docMk/>
            <pc:sldMk cId="319525751" sldId="258"/>
            <ac:spMk id="62" creationId="{2596F992-698C-48C0-9D89-70DA4CE927EF}"/>
          </ac:spMkLst>
        </pc:spChg>
        <pc:spChg chg="add del">
          <ac:chgData name="saurav kumar" userId="8a083b85784beda6" providerId="LiveId" clId="{FAC1092B-871E-4A7C-AF0A-7B367F409DAB}" dt="2026-07-05T17:47:28.986" v="558" actId="26606"/>
          <ac:spMkLst>
            <pc:docMk/>
            <pc:sldMk cId="319525751" sldId="258"/>
            <ac:spMk id="63" creationId="{86B7A620-47FC-4678-9F07-D291E9CD578E}"/>
          </ac:spMkLst>
        </pc:spChg>
        <pc:spChg chg="add del">
          <ac:chgData name="saurav kumar" userId="8a083b85784beda6" providerId="LiveId" clId="{FAC1092B-871E-4A7C-AF0A-7B367F409DAB}" dt="2026-07-05T17:47:28.986" v="558" actId="26606"/>
          <ac:spMkLst>
            <pc:docMk/>
            <pc:sldMk cId="319525751" sldId="258"/>
            <ac:spMk id="64" creationId="{D4CE6113-16AE-4250-8027-F864DE5BC338}"/>
          </ac:spMkLst>
        </pc:spChg>
        <pc:spChg chg="del">
          <ac:chgData name="saurav kumar" userId="8a083b85784beda6" providerId="LiveId" clId="{FAC1092B-871E-4A7C-AF0A-7B367F409DAB}" dt="2026-07-05T17:47:32.337" v="560" actId="26606"/>
          <ac:spMkLst>
            <pc:docMk/>
            <pc:sldMk cId="319525751" sldId="258"/>
            <ac:spMk id="66" creationId="{BD4C0BBB-0042-4603-A226-6117F3FD5B3C}"/>
          </ac:spMkLst>
        </pc:spChg>
        <pc:spChg chg="add del">
          <ac:chgData name="saurav kumar" userId="8a083b85784beda6" providerId="LiveId" clId="{FAC1092B-871E-4A7C-AF0A-7B367F409DAB}" dt="2026-07-05T17:47:32.337" v="560" actId="26606"/>
          <ac:spMkLst>
            <pc:docMk/>
            <pc:sldMk cId="319525751" sldId="258"/>
            <ac:spMk id="67" creationId="{EC44F520-2598-460E-9F91-B02F60830CA2}"/>
          </ac:spMkLst>
        </pc:spChg>
        <pc:spChg chg="add del">
          <ac:chgData name="saurav kumar" userId="8a083b85784beda6" providerId="LiveId" clId="{FAC1092B-871E-4A7C-AF0A-7B367F409DAB}" dt="2026-07-05T17:47:32.337" v="560" actId="26606"/>
          <ac:spMkLst>
            <pc:docMk/>
            <pc:sldMk cId="319525751" sldId="258"/>
            <ac:spMk id="68" creationId="{8FA96985-DEAC-46A0-B70E-39A7B867E5CB}"/>
          </ac:spMkLst>
        </pc:spChg>
        <pc:spChg chg="add del">
          <ac:chgData name="saurav kumar" userId="8a083b85784beda6" providerId="LiveId" clId="{FAC1092B-871E-4A7C-AF0A-7B367F409DAB}" dt="2026-07-05T17:47:32.337" v="560" actId="26606"/>
          <ac:spMkLst>
            <pc:docMk/>
            <pc:sldMk cId="319525751" sldId="258"/>
            <ac:spMk id="69" creationId="{88F7DC0D-FB41-40DE-9A2A-1621F2F269CE}"/>
          </ac:spMkLst>
        </pc:spChg>
        <pc:spChg chg="add del">
          <ac:chgData name="saurav kumar" userId="8a083b85784beda6" providerId="LiveId" clId="{FAC1092B-871E-4A7C-AF0A-7B367F409DAB}" dt="2026-07-05T17:47:32.337" v="560" actId="26606"/>
          <ac:spMkLst>
            <pc:docMk/>
            <pc:sldMk cId="319525751" sldId="258"/>
            <ac:spMk id="70" creationId="{AC56B1E5-8C40-4B38-9E01-086401F40D54}"/>
          </ac:spMkLst>
        </pc:spChg>
        <pc:spChg chg="add del">
          <ac:chgData name="saurav kumar" userId="8a083b85784beda6" providerId="LiveId" clId="{FAC1092B-871E-4A7C-AF0A-7B367F409DAB}" dt="2026-07-05T17:47:32.337" v="560" actId="26606"/>
          <ac:spMkLst>
            <pc:docMk/>
            <pc:sldMk cId="319525751" sldId="258"/>
            <ac:spMk id="71" creationId="{373BF372-AF59-4E6A-B507-99714F0DDE13}"/>
          </ac:spMkLst>
        </pc:spChg>
        <pc:spChg chg="add del">
          <ac:chgData name="saurav kumar" userId="8a083b85784beda6" providerId="LiveId" clId="{FAC1092B-871E-4A7C-AF0A-7B367F409DAB}" dt="2026-07-05T17:47:32.337" v="560" actId="26606"/>
          <ac:spMkLst>
            <pc:docMk/>
            <pc:sldMk cId="319525751" sldId="258"/>
            <ac:spMk id="72" creationId="{3E51228A-E070-4CBB-B003-E1F8EB0AF3FA}"/>
          </ac:spMkLst>
        </pc:spChg>
        <pc:spChg chg="add del">
          <ac:chgData name="saurav kumar" userId="8a083b85784beda6" providerId="LiveId" clId="{FAC1092B-871E-4A7C-AF0A-7B367F409DAB}" dt="2026-07-05T17:47:32.337" v="560" actId="26606"/>
          <ac:spMkLst>
            <pc:docMk/>
            <pc:sldMk cId="319525751" sldId="258"/>
            <ac:spMk id="73" creationId="{B61AB5B3-299F-402C-A990-BCBB37FE0988}"/>
          </ac:spMkLst>
        </pc:spChg>
        <pc:spChg chg="add del">
          <ac:chgData name="saurav kumar" userId="8a083b85784beda6" providerId="LiveId" clId="{FAC1092B-871E-4A7C-AF0A-7B367F409DAB}" dt="2026-07-05T17:47:32.337" v="560" actId="26606"/>
          <ac:spMkLst>
            <pc:docMk/>
            <pc:sldMk cId="319525751" sldId="258"/>
            <ac:spMk id="74" creationId="{70CEE6E3-70B6-4693-8985-3413141EE2EA}"/>
          </ac:spMkLst>
        </pc:spChg>
        <pc:spChg chg="add">
          <ac:chgData name="saurav kumar" userId="8a083b85784beda6" providerId="LiveId" clId="{FAC1092B-871E-4A7C-AF0A-7B367F409DAB}" dt="2026-07-05T17:47:32.350" v="561" actId="26606"/>
          <ac:spMkLst>
            <pc:docMk/>
            <pc:sldMk cId="319525751" sldId="258"/>
            <ac:spMk id="76" creationId="{BD4C0BBB-0042-4603-A226-6117F3FD5B3C}"/>
          </ac:spMkLst>
        </pc:spChg>
        <pc:spChg chg="add">
          <ac:chgData name="saurav kumar" userId="8a083b85784beda6" providerId="LiveId" clId="{FAC1092B-871E-4A7C-AF0A-7B367F409DAB}" dt="2026-07-05T17:47:32.350" v="561" actId="26606"/>
          <ac:spMkLst>
            <pc:docMk/>
            <pc:sldMk cId="319525751" sldId="258"/>
            <ac:spMk id="77" creationId="{EC44F520-2598-460E-9F91-B02F60830CA2}"/>
          </ac:spMkLst>
        </pc:spChg>
        <pc:spChg chg="add">
          <ac:chgData name="saurav kumar" userId="8a083b85784beda6" providerId="LiveId" clId="{FAC1092B-871E-4A7C-AF0A-7B367F409DAB}" dt="2026-07-05T17:47:32.350" v="561" actId="26606"/>
          <ac:spMkLst>
            <pc:docMk/>
            <pc:sldMk cId="319525751" sldId="258"/>
            <ac:spMk id="78" creationId="{45E4AB72-1C42-427F-801C-32A12FD694C5}"/>
          </ac:spMkLst>
        </pc:spChg>
        <pc:spChg chg="add">
          <ac:chgData name="saurav kumar" userId="8a083b85784beda6" providerId="LiveId" clId="{FAC1092B-871E-4A7C-AF0A-7B367F409DAB}" dt="2026-07-05T17:47:32.350" v="561" actId="26606"/>
          <ac:spMkLst>
            <pc:docMk/>
            <pc:sldMk cId="319525751" sldId="258"/>
            <ac:spMk id="79" creationId="{4CC257D2-6895-4677-996F-1A5FBB7F7194}"/>
          </ac:spMkLst>
        </pc:spChg>
        <pc:spChg chg="add">
          <ac:chgData name="saurav kumar" userId="8a083b85784beda6" providerId="LiveId" clId="{FAC1092B-871E-4A7C-AF0A-7B367F409DAB}" dt="2026-07-05T17:47:32.350" v="561" actId="26606"/>
          <ac:spMkLst>
            <pc:docMk/>
            <pc:sldMk cId="319525751" sldId="258"/>
            <ac:spMk id="80" creationId="{4328FF51-22A9-49F6-8C79-1FFC470CA426}"/>
          </ac:spMkLst>
        </pc:spChg>
        <pc:picChg chg="add mod">
          <ac:chgData name="saurav kumar" userId="8a083b85784beda6" providerId="LiveId" clId="{FAC1092B-871E-4A7C-AF0A-7B367F409DAB}" dt="2026-07-05T17:47:42.530" v="563" actId="14100"/>
          <ac:picMkLst>
            <pc:docMk/>
            <pc:sldMk cId="319525751" sldId="258"/>
            <ac:picMk id="6" creationId="{EB3D7ACF-48FF-DAE2-F2F7-B8463D33E23F}"/>
          </ac:picMkLst>
        </pc:picChg>
      </pc:sldChg>
      <pc:sldChg chg="addSp delSp modSp new mod setBg">
        <pc:chgData name="saurav kumar" userId="8a083b85784beda6" providerId="LiveId" clId="{FAC1092B-871E-4A7C-AF0A-7B367F409DAB}" dt="2026-07-05T17:53:05.392" v="876" actId="26606"/>
        <pc:sldMkLst>
          <pc:docMk/>
          <pc:sldMk cId="2670114643" sldId="259"/>
        </pc:sldMkLst>
        <pc:spChg chg="add mod">
          <ac:chgData name="saurav kumar" userId="8a083b85784beda6" providerId="LiveId" clId="{FAC1092B-871E-4A7C-AF0A-7B367F409DAB}" dt="2026-07-05T17:53:05.392" v="876" actId="26606"/>
          <ac:spMkLst>
            <pc:docMk/>
            <pc:sldMk cId="2670114643" sldId="259"/>
            <ac:spMk id="2" creationId="{F0ED18BE-3652-E553-A28F-6F956DCD793F}"/>
          </ac:spMkLst>
        </pc:spChg>
        <pc:spChg chg="add mod">
          <ac:chgData name="saurav kumar" userId="8a083b85784beda6" providerId="LiveId" clId="{FAC1092B-871E-4A7C-AF0A-7B367F409DAB}" dt="2026-07-05T17:53:05.392" v="876" actId="26606"/>
          <ac:spMkLst>
            <pc:docMk/>
            <pc:sldMk cId="2670114643" sldId="259"/>
            <ac:spMk id="3" creationId="{659E5192-9A89-1BF5-DFB4-C33013490AC4}"/>
          </ac:spMkLst>
        </pc:spChg>
        <pc:spChg chg="add del">
          <ac:chgData name="saurav kumar" userId="8a083b85784beda6" providerId="LiveId" clId="{FAC1092B-871E-4A7C-AF0A-7B367F409DAB}" dt="2026-07-05T17:53:05.381" v="875" actId="26606"/>
          <ac:spMkLst>
            <pc:docMk/>
            <pc:sldMk cId="2670114643" sldId="259"/>
            <ac:spMk id="10" creationId="{BD4C0BBB-0042-4603-A226-6117F3FD5B3C}"/>
          </ac:spMkLst>
        </pc:spChg>
        <pc:spChg chg="add del">
          <ac:chgData name="saurav kumar" userId="8a083b85784beda6" providerId="LiveId" clId="{FAC1092B-871E-4A7C-AF0A-7B367F409DAB}" dt="2026-07-05T17:53:05.381" v="875" actId="26606"/>
          <ac:spMkLst>
            <pc:docMk/>
            <pc:sldMk cId="2670114643" sldId="259"/>
            <ac:spMk id="12" creationId="{EC44F520-2598-460E-9F91-B02F60830CA2}"/>
          </ac:spMkLst>
        </pc:spChg>
        <pc:spChg chg="add del">
          <ac:chgData name="saurav kumar" userId="8a083b85784beda6" providerId="LiveId" clId="{FAC1092B-871E-4A7C-AF0A-7B367F409DAB}" dt="2026-07-05T17:53:05.381" v="875" actId="26606"/>
          <ac:spMkLst>
            <pc:docMk/>
            <pc:sldMk cId="2670114643" sldId="259"/>
            <ac:spMk id="14" creationId="{45E4AB72-1C42-427F-801C-32A12FD694C5}"/>
          </ac:spMkLst>
        </pc:spChg>
        <pc:spChg chg="add del">
          <ac:chgData name="saurav kumar" userId="8a083b85784beda6" providerId="LiveId" clId="{FAC1092B-871E-4A7C-AF0A-7B367F409DAB}" dt="2026-07-05T17:53:05.381" v="875" actId="26606"/>
          <ac:spMkLst>
            <pc:docMk/>
            <pc:sldMk cId="2670114643" sldId="259"/>
            <ac:spMk id="16" creationId="{4CC257D2-6895-4677-996F-1A5FBB7F7194}"/>
          </ac:spMkLst>
        </pc:spChg>
        <pc:spChg chg="add del">
          <ac:chgData name="saurav kumar" userId="8a083b85784beda6" providerId="LiveId" clId="{FAC1092B-871E-4A7C-AF0A-7B367F409DAB}" dt="2026-07-05T17:53:05.381" v="875" actId="26606"/>
          <ac:spMkLst>
            <pc:docMk/>
            <pc:sldMk cId="2670114643" sldId="259"/>
            <ac:spMk id="18" creationId="{4328FF51-22A9-49F6-8C79-1FFC470CA426}"/>
          </ac:spMkLst>
        </pc:spChg>
        <pc:spChg chg="add">
          <ac:chgData name="saurav kumar" userId="8a083b85784beda6" providerId="LiveId" clId="{FAC1092B-871E-4A7C-AF0A-7B367F409DAB}" dt="2026-07-05T17:53:05.392" v="876" actId="26606"/>
          <ac:spMkLst>
            <pc:docMk/>
            <pc:sldMk cId="2670114643" sldId="259"/>
            <ac:spMk id="20" creationId="{BD4C0BBB-0042-4603-A226-6117F3FD5B3C}"/>
          </ac:spMkLst>
        </pc:spChg>
        <pc:spChg chg="add">
          <ac:chgData name="saurav kumar" userId="8a083b85784beda6" providerId="LiveId" clId="{FAC1092B-871E-4A7C-AF0A-7B367F409DAB}" dt="2026-07-05T17:53:05.392" v="876" actId="26606"/>
          <ac:spMkLst>
            <pc:docMk/>
            <pc:sldMk cId="2670114643" sldId="259"/>
            <ac:spMk id="21" creationId="{EC44F520-2598-460E-9F91-B02F60830CA2}"/>
          </ac:spMkLst>
        </pc:spChg>
        <pc:spChg chg="add">
          <ac:chgData name="saurav kumar" userId="8a083b85784beda6" providerId="LiveId" clId="{FAC1092B-871E-4A7C-AF0A-7B367F409DAB}" dt="2026-07-05T17:53:05.392" v="876" actId="26606"/>
          <ac:spMkLst>
            <pc:docMk/>
            <pc:sldMk cId="2670114643" sldId="259"/>
            <ac:spMk id="22" creationId="{979E27D9-03C7-44E2-9FF8-15D0C8506AF7}"/>
          </ac:spMkLst>
        </pc:spChg>
        <pc:spChg chg="add">
          <ac:chgData name="saurav kumar" userId="8a083b85784beda6" providerId="LiveId" clId="{FAC1092B-871E-4A7C-AF0A-7B367F409DAB}" dt="2026-07-05T17:53:05.392" v="876" actId="26606"/>
          <ac:spMkLst>
            <pc:docMk/>
            <pc:sldMk cId="2670114643" sldId="259"/>
            <ac:spMk id="23" creationId="{EEBF1590-3B36-48EE-A89D-3B6F3CB256AB}"/>
          </ac:spMkLst>
        </pc:spChg>
        <pc:spChg chg="add">
          <ac:chgData name="saurav kumar" userId="8a083b85784beda6" providerId="LiveId" clId="{FAC1092B-871E-4A7C-AF0A-7B367F409DAB}" dt="2026-07-05T17:53:05.392" v="876" actId="26606"/>
          <ac:spMkLst>
            <pc:docMk/>
            <pc:sldMk cId="2670114643" sldId="259"/>
            <ac:spMk id="24" creationId="{AC8F6C8C-AB5A-4548-942D-E3FD40ACBC49}"/>
          </ac:spMkLst>
        </pc:spChg>
        <pc:picChg chg="add mod">
          <ac:chgData name="saurav kumar" userId="8a083b85784beda6" providerId="LiveId" clId="{FAC1092B-871E-4A7C-AF0A-7B367F409DAB}" dt="2026-07-05T17:53:05.392" v="876" actId="26606"/>
          <ac:picMkLst>
            <pc:docMk/>
            <pc:sldMk cId="2670114643" sldId="259"/>
            <ac:picMk id="5" creationId="{579066FA-2CB4-8C4C-3B11-1B50D768A06C}"/>
          </ac:picMkLst>
        </pc:picChg>
      </pc:sldChg>
      <pc:sldChg chg="addSp modSp new mod setBg">
        <pc:chgData name="saurav kumar" userId="8a083b85784beda6" providerId="LiveId" clId="{FAC1092B-871E-4A7C-AF0A-7B367F409DAB}" dt="2026-07-05T17:54:45.894" v="940" actId="26606"/>
        <pc:sldMkLst>
          <pc:docMk/>
          <pc:sldMk cId="4245218573" sldId="260"/>
        </pc:sldMkLst>
        <pc:spChg chg="add mod">
          <ac:chgData name="saurav kumar" userId="8a083b85784beda6" providerId="LiveId" clId="{FAC1092B-871E-4A7C-AF0A-7B367F409DAB}" dt="2026-07-05T17:54:45.894" v="940" actId="26606"/>
          <ac:spMkLst>
            <pc:docMk/>
            <pc:sldMk cId="4245218573" sldId="260"/>
            <ac:spMk id="2" creationId="{0EDDC58F-2860-D45C-7888-08B7DB09C314}"/>
          </ac:spMkLst>
        </pc:spChg>
        <pc:spChg chg="add mod">
          <ac:chgData name="saurav kumar" userId="8a083b85784beda6" providerId="LiveId" clId="{FAC1092B-871E-4A7C-AF0A-7B367F409DAB}" dt="2026-07-05T17:54:45.894" v="940" actId="26606"/>
          <ac:spMkLst>
            <pc:docMk/>
            <pc:sldMk cId="4245218573" sldId="260"/>
            <ac:spMk id="3" creationId="{21D2B8AD-1D8C-510C-FE07-302694C22A38}"/>
          </ac:spMkLst>
        </pc:spChg>
        <pc:spChg chg="add">
          <ac:chgData name="saurav kumar" userId="8a083b85784beda6" providerId="LiveId" clId="{FAC1092B-871E-4A7C-AF0A-7B367F409DAB}" dt="2026-07-05T17:54:45.894" v="940" actId="26606"/>
          <ac:spMkLst>
            <pc:docMk/>
            <pc:sldMk cId="4245218573" sldId="260"/>
            <ac:spMk id="10" creationId="{BD4C0BBB-0042-4603-A226-6117F3FD5B3C}"/>
          </ac:spMkLst>
        </pc:spChg>
        <pc:spChg chg="add">
          <ac:chgData name="saurav kumar" userId="8a083b85784beda6" providerId="LiveId" clId="{FAC1092B-871E-4A7C-AF0A-7B367F409DAB}" dt="2026-07-05T17:54:45.894" v="940" actId="26606"/>
          <ac:spMkLst>
            <pc:docMk/>
            <pc:sldMk cId="4245218573" sldId="260"/>
            <ac:spMk id="12" creationId="{EC44F520-2598-460E-9F91-B02F60830CA2}"/>
          </ac:spMkLst>
        </pc:spChg>
        <pc:spChg chg="add">
          <ac:chgData name="saurav kumar" userId="8a083b85784beda6" providerId="LiveId" clId="{FAC1092B-871E-4A7C-AF0A-7B367F409DAB}" dt="2026-07-05T17:54:45.894" v="940" actId="26606"/>
          <ac:spMkLst>
            <pc:docMk/>
            <pc:sldMk cId="4245218573" sldId="260"/>
            <ac:spMk id="14" creationId="{11D6A2A3-F101-46F7-8B6F-1C699CAFE9AD}"/>
          </ac:spMkLst>
        </pc:spChg>
        <pc:spChg chg="add">
          <ac:chgData name="saurav kumar" userId="8a083b85784beda6" providerId="LiveId" clId="{FAC1092B-871E-4A7C-AF0A-7B367F409DAB}" dt="2026-07-05T17:54:45.894" v="940" actId="26606"/>
          <ac:spMkLst>
            <pc:docMk/>
            <pc:sldMk cId="4245218573" sldId="260"/>
            <ac:spMk id="16" creationId="{529E760E-527D-4053-A309-F2BDE12501CD}"/>
          </ac:spMkLst>
        </pc:spChg>
        <pc:spChg chg="add">
          <ac:chgData name="saurav kumar" userId="8a083b85784beda6" providerId="LiveId" clId="{FAC1092B-871E-4A7C-AF0A-7B367F409DAB}" dt="2026-07-05T17:54:45.894" v="940" actId="26606"/>
          <ac:spMkLst>
            <pc:docMk/>
            <pc:sldMk cId="4245218573" sldId="260"/>
            <ac:spMk id="18" creationId="{4153D448-4ED1-429A-A28C-8316DE7CAF7E}"/>
          </ac:spMkLst>
        </pc:spChg>
        <pc:picChg chg="add">
          <ac:chgData name="saurav kumar" userId="8a083b85784beda6" providerId="LiveId" clId="{FAC1092B-871E-4A7C-AF0A-7B367F409DAB}" dt="2026-07-05T17:54:45.894" v="940" actId="26606"/>
          <ac:picMkLst>
            <pc:docMk/>
            <pc:sldMk cId="4245218573" sldId="260"/>
            <ac:picMk id="7" creationId="{7A4F1C0F-834F-D458-EAD7-E44008CB0BD2}"/>
          </ac:picMkLst>
        </pc:picChg>
      </pc:sldChg>
      <pc:sldChg chg="addSp delSp modSp new mod">
        <pc:chgData name="saurav kumar" userId="8a083b85784beda6" providerId="LiveId" clId="{FAC1092B-871E-4A7C-AF0A-7B367F409DAB}" dt="2026-07-05T17:59:35.610" v="964" actId="1076"/>
        <pc:sldMkLst>
          <pc:docMk/>
          <pc:sldMk cId="918738196" sldId="261"/>
        </pc:sldMkLst>
        <pc:spChg chg="add mod">
          <ac:chgData name="saurav kumar" userId="8a083b85784beda6" providerId="LiveId" clId="{FAC1092B-871E-4A7C-AF0A-7B367F409DAB}" dt="2026-07-05T17:55:33.242" v="949" actId="1076"/>
          <ac:spMkLst>
            <pc:docMk/>
            <pc:sldMk cId="918738196" sldId="261"/>
            <ac:spMk id="2" creationId="{361CBA63-3CFD-4983-1354-57BE40177A77}"/>
          </ac:spMkLst>
        </pc:spChg>
        <pc:spChg chg="add del mod">
          <ac:chgData name="saurav kumar" userId="8a083b85784beda6" providerId="LiveId" clId="{FAC1092B-871E-4A7C-AF0A-7B367F409DAB}" dt="2026-07-05T17:56:38.538" v="954"/>
          <ac:spMkLst>
            <pc:docMk/>
            <pc:sldMk cId="918738196" sldId="261"/>
            <ac:spMk id="3" creationId="{85C3C6C6-7E38-C569-050A-2EFD403F2D42}"/>
          </ac:spMkLst>
        </pc:spChg>
        <pc:spChg chg="add mod">
          <ac:chgData name="saurav kumar" userId="8a083b85784beda6" providerId="LiveId" clId="{FAC1092B-871E-4A7C-AF0A-7B367F409DAB}" dt="2026-07-05T17:59:20.467" v="960" actId="1076"/>
          <ac:spMkLst>
            <pc:docMk/>
            <pc:sldMk cId="918738196" sldId="261"/>
            <ac:spMk id="4" creationId="{B244439F-6986-9DE4-94B8-2302B482539C}"/>
          </ac:spMkLst>
        </pc:spChg>
        <pc:picChg chg="add mod">
          <ac:chgData name="saurav kumar" userId="8a083b85784beda6" providerId="LiveId" clId="{FAC1092B-871E-4A7C-AF0A-7B367F409DAB}" dt="2026-07-05T17:59:35.610" v="964" actId="1076"/>
          <ac:picMkLst>
            <pc:docMk/>
            <pc:sldMk cId="918738196" sldId="261"/>
            <ac:picMk id="5" creationId="{CE4B1909-0E27-19D5-2F82-684514FE2CF6}"/>
          </ac:picMkLst>
        </pc:picChg>
      </pc:sldChg>
      <pc:sldChg chg="addSp modSp new mod">
        <pc:chgData name="saurav kumar" userId="8a083b85784beda6" providerId="LiveId" clId="{FAC1092B-871E-4A7C-AF0A-7B367F409DAB}" dt="2026-07-05T18:00:31.978" v="976" actId="14100"/>
        <pc:sldMkLst>
          <pc:docMk/>
          <pc:sldMk cId="1071369417" sldId="262"/>
        </pc:sldMkLst>
        <pc:spChg chg="add mod">
          <ac:chgData name="saurav kumar" userId="8a083b85784beda6" providerId="LiveId" clId="{FAC1092B-871E-4A7C-AF0A-7B367F409DAB}" dt="2026-07-05T17:59:59.154" v="971" actId="1076"/>
          <ac:spMkLst>
            <pc:docMk/>
            <pc:sldMk cId="1071369417" sldId="262"/>
            <ac:spMk id="2" creationId="{E38AE03D-49AC-ACC6-4D6B-AA5F19EDBF9B}"/>
          </ac:spMkLst>
        </pc:spChg>
        <pc:spChg chg="add mod">
          <ac:chgData name="saurav kumar" userId="8a083b85784beda6" providerId="LiveId" clId="{FAC1092B-871E-4A7C-AF0A-7B367F409DAB}" dt="2026-07-05T18:00:31.978" v="976" actId="14100"/>
          <ac:spMkLst>
            <pc:docMk/>
            <pc:sldMk cId="1071369417" sldId="262"/>
            <ac:spMk id="5" creationId="{C291014E-DF50-6406-C4D3-621D18B9176F}"/>
          </ac:spMkLst>
        </pc:spChg>
        <pc:picChg chg="add mod">
          <ac:chgData name="saurav kumar" userId="8a083b85784beda6" providerId="LiveId" clId="{FAC1092B-871E-4A7C-AF0A-7B367F409DAB}" dt="2026-07-05T18:00:15.523" v="973" actId="1076"/>
          <ac:picMkLst>
            <pc:docMk/>
            <pc:sldMk cId="1071369417" sldId="262"/>
            <ac:picMk id="3" creationId="{13DB9AFF-AA4A-A869-8516-2777492B9A2C}"/>
          </ac:picMkLst>
        </pc:picChg>
      </pc:sldChg>
      <pc:sldChg chg="addSp modSp new mod">
        <pc:chgData name="saurav kumar" userId="8a083b85784beda6" providerId="LiveId" clId="{FAC1092B-871E-4A7C-AF0A-7B367F409DAB}" dt="2026-07-05T18:01:26.204" v="986" actId="14100"/>
        <pc:sldMkLst>
          <pc:docMk/>
          <pc:sldMk cId="3673340547" sldId="263"/>
        </pc:sldMkLst>
        <pc:spChg chg="add mod">
          <ac:chgData name="saurav kumar" userId="8a083b85784beda6" providerId="LiveId" clId="{FAC1092B-871E-4A7C-AF0A-7B367F409DAB}" dt="2026-07-05T18:00:56.531" v="981" actId="14100"/>
          <ac:spMkLst>
            <pc:docMk/>
            <pc:sldMk cId="3673340547" sldId="263"/>
            <ac:spMk id="3" creationId="{AF1CDFD5-0F2F-2BA2-58E8-748717946BA5}"/>
          </ac:spMkLst>
        </pc:spChg>
        <pc:spChg chg="add mod">
          <ac:chgData name="saurav kumar" userId="8a083b85784beda6" providerId="LiveId" clId="{FAC1092B-871E-4A7C-AF0A-7B367F409DAB}" dt="2026-07-05T18:01:26.204" v="986" actId="14100"/>
          <ac:spMkLst>
            <pc:docMk/>
            <pc:sldMk cId="3673340547" sldId="263"/>
            <ac:spMk id="6" creationId="{9F84B192-CB25-1149-A395-610DFC618162}"/>
          </ac:spMkLst>
        </pc:spChg>
        <pc:picChg chg="add mod">
          <ac:chgData name="saurav kumar" userId="8a083b85784beda6" providerId="LiveId" clId="{FAC1092B-871E-4A7C-AF0A-7B367F409DAB}" dt="2026-07-05T18:01:09.019" v="983" actId="1076"/>
          <ac:picMkLst>
            <pc:docMk/>
            <pc:sldMk cId="3673340547" sldId="263"/>
            <ac:picMk id="4" creationId="{A7854481-AD98-CB04-8D87-E1A35E38F7DD}"/>
          </ac:picMkLst>
        </pc:picChg>
      </pc:sldChg>
      <pc:sldChg chg="addSp modSp new mod">
        <pc:chgData name="saurav kumar" userId="8a083b85784beda6" providerId="LiveId" clId="{FAC1092B-871E-4A7C-AF0A-7B367F409DAB}" dt="2026-07-05T18:02:35.283" v="1000"/>
        <pc:sldMkLst>
          <pc:docMk/>
          <pc:sldMk cId="4238692735" sldId="264"/>
        </pc:sldMkLst>
        <pc:spChg chg="add mod">
          <ac:chgData name="saurav kumar" userId="8a083b85784beda6" providerId="LiveId" clId="{FAC1092B-871E-4A7C-AF0A-7B367F409DAB}" dt="2026-07-05T18:02:35.283" v="1000"/>
          <ac:spMkLst>
            <pc:docMk/>
            <pc:sldMk cId="4238692735" sldId="264"/>
            <ac:spMk id="3" creationId="{E3768266-FE6C-6C14-D505-76FC2BA0CF36}"/>
          </ac:spMkLst>
        </pc:spChg>
        <pc:spChg chg="add mod">
          <ac:chgData name="saurav kumar" userId="8a083b85784beda6" providerId="LiveId" clId="{FAC1092B-871E-4A7C-AF0A-7B367F409DAB}" dt="2026-07-05T18:02:22.724" v="997" actId="1076"/>
          <ac:spMkLst>
            <pc:docMk/>
            <pc:sldMk cId="4238692735" sldId="264"/>
            <ac:spMk id="6" creationId="{F91B8766-7F5F-4A4B-BD7E-CD7C09407E8F}"/>
          </ac:spMkLst>
        </pc:spChg>
        <pc:picChg chg="add mod">
          <ac:chgData name="saurav kumar" userId="8a083b85784beda6" providerId="LiveId" clId="{FAC1092B-871E-4A7C-AF0A-7B367F409DAB}" dt="2026-07-05T18:02:09.610" v="995" actId="1076"/>
          <ac:picMkLst>
            <pc:docMk/>
            <pc:sldMk cId="4238692735" sldId="264"/>
            <ac:picMk id="4" creationId="{EDAA47D9-A6C4-332B-2678-23D17C48E042}"/>
          </ac:picMkLst>
        </pc:picChg>
      </pc:sldChg>
      <pc:sldChg chg="addSp modSp new mod">
        <pc:chgData name="saurav kumar" userId="8a083b85784beda6" providerId="LiveId" clId="{FAC1092B-871E-4A7C-AF0A-7B367F409DAB}" dt="2026-07-05T18:03:22.156" v="1008" actId="1076"/>
        <pc:sldMkLst>
          <pc:docMk/>
          <pc:sldMk cId="1670353400" sldId="265"/>
        </pc:sldMkLst>
        <pc:spChg chg="add mod">
          <ac:chgData name="saurav kumar" userId="8a083b85784beda6" providerId="LiveId" clId="{FAC1092B-871E-4A7C-AF0A-7B367F409DAB}" dt="2026-07-05T18:02:52.131" v="1004" actId="14100"/>
          <ac:spMkLst>
            <pc:docMk/>
            <pc:sldMk cId="1670353400" sldId="265"/>
            <ac:spMk id="3" creationId="{B48523F7-605A-F1AF-8B87-9B8FCDA5A8CC}"/>
          </ac:spMkLst>
        </pc:spChg>
        <pc:spChg chg="add mod">
          <ac:chgData name="saurav kumar" userId="8a083b85784beda6" providerId="LiveId" clId="{FAC1092B-871E-4A7C-AF0A-7B367F409DAB}" dt="2026-07-05T18:03:10.420" v="1006" actId="1076"/>
          <ac:spMkLst>
            <pc:docMk/>
            <pc:sldMk cId="1670353400" sldId="265"/>
            <ac:spMk id="5" creationId="{FC45E966-3076-141D-E10E-D2FC6E4D5035}"/>
          </ac:spMkLst>
        </pc:spChg>
        <pc:picChg chg="add mod">
          <ac:chgData name="saurav kumar" userId="8a083b85784beda6" providerId="LiveId" clId="{FAC1092B-871E-4A7C-AF0A-7B367F409DAB}" dt="2026-07-05T18:03:22.156" v="1008" actId="1076"/>
          <ac:picMkLst>
            <pc:docMk/>
            <pc:sldMk cId="1670353400" sldId="265"/>
            <ac:picMk id="6" creationId="{6E00ADC0-7597-C53D-7354-68E8FB974AAD}"/>
          </ac:picMkLst>
        </pc:picChg>
      </pc:sldChg>
      <pc:sldChg chg="addSp modSp new mod">
        <pc:chgData name="saurav kumar" userId="8a083b85784beda6" providerId="LiveId" clId="{FAC1092B-871E-4A7C-AF0A-7B367F409DAB}" dt="2026-07-05T18:04:17.363" v="1017" actId="1076"/>
        <pc:sldMkLst>
          <pc:docMk/>
          <pc:sldMk cId="2202534669" sldId="266"/>
        </pc:sldMkLst>
        <pc:spChg chg="add mod">
          <ac:chgData name="saurav kumar" userId="8a083b85784beda6" providerId="LiveId" clId="{FAC1092B-871E-4A7C-AF0A-7B367F409DAB}" dt="2026-07-05T18:03:48.891" v="1013" actId="14100"/>
          <ac:spMkLst>
            <pc:docMk/>
            <pc:sldMk cId="2202534669" sldId="266"/>
            <ac:spMk id="3" creationId="{9C137E49-E2D6-9307-1DDC-497372CF3D9E}"/>
          </ac:spMkLst>
        </pc:spChg>
        <pc:spChg chg="add mod">
          <ac:chgData name="saurav kumar" userId="8a083b85784beda6" providerId="LiveId" clId="{FAC1092B-871E-4A7C-AF0A-7B367F409DAB}" dt="2026-07-05T18:04:17.363" v="1017" actId="1076"/>
          <ac:spMkLst>
            <pc:docMk/>
            <pc:sldMk cId="2202534669" sldId="266"/>
            <ac:spMk id="6" creationId="{5DC725C1-AB75-E557-3C14-DD995C64F043}"/>
          </ac:spMkLst>
        </pc:spChg>
        <pc:picChg chg="add mod">
          <ac:chgData name="saurav kumar" userId="8a083b85784beda6" providerId="LiveId" clId="{FAC1092B-871E-4A7C-AF0A-7B367F409DAB}" dt="2026-07-05T18:04:04.427" v="1015" actId="1076"/>
          <ac:picMkLst>
            <pc:docMk/>
            <pc:sldMk cId="2202534669" sldId="266"/>
            <ac:picMk id="4" creationId="{56A82C81-CDAE-2DCF-ACC7-A46F15C3A0F5}"/>
          </ac:picMkLst>
        </pc:picChg>
      </pc:sldChg>
      <pc:sldChg chg="addSp delSp modSp new mod setBg">
        <pc:chgData name="saurav kumar" userId="8a083b85784beda6" providerId="LiveId" clId="{FAC1092B-871E-4A7C-AF0A-7B367F409DAB}" dt="2026-07-05T18:05:15.116" v="1030" actId="26606"/>
        <pc:sldMkLst>
          <pc:docMk/>
          <pc:sldMk cId="3886990957" sldId="267"/>
        </pc:sldMkLst>
        <pc:spChg chg="add mod">
          <ac:chgData name="saurav kumar" userId="8a083b85784beda6" providerId="LiveId" clId="{FAC1092B-871E-4A7C-AF0A-7B367F409DAB}" dt="2026-07-05T18:05:15.116" v="1030" actId="26606"/>
          <ac:spMkLst>
            <pc:docMk/>
            <pc:sldMk cId="3886990957" sldId="267"/>
            <ac:spMk id="4" creationId="{7735ADA2-3E50-01D0-E273-8302BB70DCE1}"/>
          </ac:spMkLst>
        </pc:spChg>
        <pc:spChg chg="add mod">
          <ac:chgData name="saurav kumar" userId="8a083b85784beda6" providerId="LiveId" clId="{FAC1092B-871E-4A7C-AF0A-7B367F409DAB}" dt="2026-07-05T18:05:09.983" v="1029" actId="26606"/>
          <ac:spMkLst>
            <pc:docMk/>
            <pc:sldMk cId="3886990957" sldId="267"/>
            <ac:spMk id="6" creationId="{F1A9B511-5567-AEB2-3149-03C8623574C7}"/>
          </ac:spMkLst>
        </pc:spChg>
        <pc:spChg chg="add del">
          <ac:chgData name="saurav kumar" userId="8a083b85784beda6" providerId="LiveId" clId="{FAC1092B-871E-4A7C-AF0A-7B367F409DAB}" dt="2026-07-05T18:05:15.116" v="1030" actId="26606"/>
          <ac:spMkLst>
            <pc:docMk/>
            <pc:sldMk cId="3886990957" sldId="267"/>
            <ac:spMk id="11" creationId="{BD4C0BBB-0042-4603-A226-6117F3FD5B3C}"/>
          </ac:spMkLst>
        </pc:spChg>
        <pc:spChg chg="add del">
          <ac:chgData name="saurav kumar" userId="8a083b85784beda6" providerId="LiveId" clId="{FAC1092B-871E-4A7C-AF0A-7B367F409DAB}" dt="2026-07-05T18:05:15.116" v="1030" actId="26606"/>
          <ac:spMkLst>
            <pc:docMk/>
            <pc:sldMk cId="3886990957" sldId="267"/>
            <ac:spMk id="13" creationId="{EC44F520-2598-460E-9F91-B02F60830CA2}"/>
          </ac:spMkLst>
        </pc:spChg>
        <pc:spChg chg="add del">
          <ac:chgData name="saurav kumar" userId="8a083b85784beda6" providerId="LiveId" clId="{FAC1092B-871E-4A7C-AF0A-7B367F409DAB}" dt="2026-07-05T18:05:15.116" v="1030" actId="26606"/>
          <ac:spMkLst>
            <pc:docMk/>
            <pc:sldMk cId="3886990957" sldId="267"/>
            <ac:spMk id="17" creationId="{88F7DC0D-FB41-40DE-9A2A-1621F2F269CE}"/>
          </ac:spMkLst>
        </pc:spChg>
        <pc:spChg chg="add">
          <ac:chgData name="saurav kumar" userId="8a083b85784beda6" providerId="LiveId" clId="{FAC1092B-871E-4A7C-AF0A-7B367F409DAB}" dt="2026-07-05T18:05:09.983" v="1029" actId="26606"/>
          <ac:spMkLst>
            <pc:docMk/>
            <pc:sldMk cId="3886990957" sldId="267"/>
            <ac:spMk id="19" creationId="{AC56B1E5-8C40-4B38-9E01-086401F40D54}"/>
          </ac:spMkLst>
        </pc:spChg>
        <pc:spChg chg="add del">
          <ac:chgData name="saurav kumar" userId="8a083b85784beda6" providerId="LiveId" clId="{FAC1092B-871E-4A7C-AF0A-7B367F409DAB}" dt="2026-07-05T18:05:15.116" v="1030" actId="26606"/>
          <ac:spMkLst>
            <pc:docMk/>
            <pc:sldMk cId="3886990957" sldId="267"/>
            <ac:spMk id="21" creationId="{373BF372-AF59-4E6A-B507-99714F0DDE13}"/>
          </ac:spMkLst>
        </pc:spChg>
        <pc:spChg chg="add">
          <ac:chgData name="saurav kumar" userId="8a083b85784beda6" providerId="LiveId" clId="{FAC1092B-871E-4A7C-AF0A-7B367F409DAB}" dt="2026-07-05T18:05:09.983" v="1029" actId="26606"/>
          <ac:spMkLst>
            <pc:docMk/>
            <pc:sldMk cId="3886990957" sldId="267"/>
            <ac:spMk id="23" creationId="{3E51228A-E070-4CBB-B003-E1F8EB0AF3FA}"/>
          </ac:spMkLst>
        </pc:spChg>
        <pc:spChg chg="add del">
          <ac:chgData name="saurav kumar" userId="8a083b85784beda6" providerId="LiveId" clId="{FAC1092B-871E-4A7C-AF0A-7B367F409DAB}" dt="2026-07-05T18:05:15.116" v="1030" actId="26606"/>
          <ac:spMkLst>
            <pc:docMk/>
            <pc:sldMk cId="3886990957" sldId="267"/>
            <ac:spMk id="25" creationId="{B61AB5B3-299F-402C-A990-BCBB37FE0988}"/>
          </ac:spMkLst>
        </pc:spChg>
        <pc:spChg chg="add del">
          <ac:chgData name="saurav kumar" userId="8a083b85784beda6" providerId="LiveId" clId="{FAC1092B-871E-4A7C-AF0A-7B367F409DAB}" dt="2026-07-05T18:05:15.116" v="1030" actId="26606"/>
          <ac:spMkLst>
            <pc:docMk/>
            <pc:sldMk cId="3886990957" sldId="267"/>
            <ac:spMk id="27" creationId="{70CEE6E3-70B6-4693-8985-3413141EE2EA}"/>
          </ac:spMkLst>
        </pc:spChg>
        <pc:spChg chg="add">
          <ac:chgData name="saurav kumar" userId="8a083b85784beda6" providerId="LiveId" clId="{FAC1092B-871E-4A7C-AF0A-7B367F409DAB}" dt="2026-07-05T18:05:15.116" v="1030" actId="26606"/>
          <ac:spMkLst>
            <pc:docMk/>
            <pc:sldMk cId="3886990957" sldId="267"/>
            <ac:spMk id="34" creationId="{EC44F520-2598-460E-9F91-B02F60830CA2}"/>
          </ac:spMkLst>
        </pc:spChg>
        <pc:spChg chg="add">
          <ac:chgData name="saurav kumar" userId="8a083b85784beda6" providerId="LiveId" clId="{FAC1092B-871E-4A7C-AF0A-7B367F409DAB}" dt="2026-07-05T18:05:15.116" v="1030" actId="26606"/>
          <ac:spMkLst>
            <pc:docMk/>
            <pc:sldMk cId="3886990957" sldId="267"/>
            <ac:spMk id="36" creationId="{FE0A6C7C-0AE6-48BC-951D-9663738EEAC1}"/>
          </ac:spMkLst>
        </pc:spChg>
        <pc:spChg chg="add">
          <ac:chgData name="saurav kumar" userId="8a083b85784beda6" providerId="LiveId" clId="{FAC1092B-871E-4A7C-AF0A-7B367F409DAB}" dt="2026-07-05T18:05:15.116" v="1030" actId="26606"/>
          <ac:spMkLst>
            <pc:docMk/>
            <pc:sldMk cId="3886990957" sldId="267"/>
            <ac:spMk id="44" creationId="{373BF372-AF59-4E6A-B507-99714F0DDE13}"/>
          </ac:spMkLst>
        </pc:spChg>
        <pc:picChg chg="add mod">
          <ac:chgData name="saurav kumar" userId="8a083b85784beda6" providerId="LiveId" clId="{FAC1092B-871E-4A7C-AF0A-7B367F409DAB}" dt="2026-07-05T18:05:08.546" v="1028" actId="14100"/>
          <ac:picMkLst>
            <pc:docMk/>
            <pc:sldMk cId="3886990957" sldId="267"/>
            <ac:picMk id="2" creationId="{DCAB3E91-64D2-CC95-342A-94751C7400C7}"/>
          </ac:picMkLst>
        </pc:picChg>
      </pc:sldChg>
      <pc:sldChg chg="addSp delSp modSp new mod setBg">
        <pc:chgData name="saurav kumar" userId="8a083b85784beda6" providerId="LiveId" clId="{FAC1092B-871E-4A7C-AF0A-7B367F409DAB}" dt="2026-07-05T18:08:03.719" v="1063" actId="26606"/>
        <pc:sldMkLst>
          <pc:docMk/>
          <pc:sldMk cId="94860700" sldId="268"/>
        </pc:sldMkLst>
        <pc:spChg chg="mod">
          <ac:chgData name="saurav kumar" userId="8a083b85784beda6" providerId="LiveId" clId="{FAC1092B-871E-4A7C-AF0A-7B367F409DAB}" dt="2026-07-05T18:08:03.719" v="1063" actId="26606"/>
          <ac:spMkLst>
            <pc:docMk/>
            <pc:sldMk cId="94860700" sldId="268"/>
            <ac:spMk id="2" creationId="{7D13C01B-5645-8FE2-263C-22944B78278E}"/>
          </ac:spMkLst>
        </pc:spChg>
        <pc:spChg chg="del mod">
          <ac:chgData name="saurav kumar" userId="8a083b85784beda6" providerId="LiveId" clId="{FAC1092B-871E-4A7C-AF0A-7B367F409DAB}" dt="2026-07-05T18:08:03.719" v="1063" actId="26606"/>
          <ac:spMkLst>
            <pc:docMk/>
            <pc:sldMk cId="94860700" sldId="268"/>
            <ac:spMk id="3" creationId="{8DD04B2C-8D92-0446-ABE4-60D9DDF84154}"/>
          </ac:spMkLst>
        </pc:spChg>
        <pc:spChg chg="add">
          <ac:chgData name="saurav kumar" userId="8a083b85784beda6" providerId="LiveId" clId="{FAC1092B-871E-4A7C-AF0A-7B367F409DAB}" dt="2026-07-05T18:08:03.719" v="1063" actId="26606"/>
          <ac:spMkLst>
            <pc:docMk/>
            <pc:sldMk cId="94860700" sldId="268"/>
            <ac:spMk id="9" creationId="{E383CC5D-71E8-4CB2-8E4A-F1E4FF6DC9D6}"/>
          </ac:spMkLst>
        </pc:spChg>
        <pc:spChg chg="add del">
          <ac:chgData name="saurav kumar" userId="8a083b85784beda6" providerId="LiveId" clId="{FAC1092B-871E-4A7C-AF0A-7B367F409DAB}" dt="2026-07-05T18:08:01.639" v="1060" actId="26606"/>
          <ac:spMkLst>
            <pc:docMk/>
            <pc:sldMk cId="94860700" sldId="268"/>
            <ac:spMk id="10" creationId="{FE0A6C7C-0AE6-48BC-951D-9663738EEAC1}"/>
          </ac:spMkLst>
        </pc:spChg>
        <pc:spChg chg="add">
          <ac:chgData name="saurav kumar" userId="8a083b85784beda6" providerId="LiveId" clId="{FAC1092B-871E-4A7C-AF0A-7B367F409DAB}" dt="2026-07-05T18:08:03.719" v="1063" actId="26606"/>
          <ac:spMkLst>
            <pc:docMk/>
            <pc:sldMk cId="94860700" sldId="268"/>
            <ac:spMk id="11" creationId="{E2DA5AC1-43C5-4243-9028-07DBB80D0C95}"/>
          </ac:spMkLst>
        </pc:spChg>
        <pc:spChg chg="add del">
          <ac:chgData name="saurav kumar" userId="8a083b85784beda6" providerId="LiveId" clId="{FAC1092B-871E-4A7C-AF0A-7B367F409DAB}" dt="2026-07-05T18:08:01.639" v="1060" actId="26606"/>
          <ac:spMkLst>
            <pc:docMk/>
            <pc:sldMk cId="94860700" sldId="268"/>
            <ac:spMk id="12" creationId="{88F7DC0D-FB41-40DE-9A2A-1621F2F269CE}"/>
          </ac:spMkLst>
        </pc:spChg>
        <pc:spChg chg="add">
          <ac:chgData name="saurav kumar" userId="8a083b85784beda6" providerId="LiveId" clId="{FAC1092B-871E-4A7C-AF0A-7B367F409DAB}" dt="2026-07-05T18:08:03.719" v="1063" actId="26606"/>
          <ac:spMkLst>
            <pc:docMk/>
            <pc:sldMk cId="94860700" sldId="268"/>
            <ac:spMk id="13" creationId="{8A4EDA1C-27A1-4C83-ACE4-6675EC9245B1}"/>
          </ac:spMkLst>
        </pc:spChg>
        <pc:spChg chg="add del">
          <ac:chgData name="saurav kumar" userId="8a083b85784beda6" providerId="LiveId" clId="{FAC1092B-871E-4A7C-AF0A-7B367F409DAB}" dt="2026-07-05T18:08:01.639" v="1060" actId="26606"/>
          <ac:spMkLst>
            <pc:docMk/>
            <pc:sldMk cId="94860700" sldId="268"/>
            <ac:spMk id="14" creationId="{70CEE6E3-70B6-4693-8985-3413141EE2EA}"/>
          </ac:spMkLst>
        </pc:spChg>
        <pc:spChg chg="add">
          <ac:chgData name="saurav kumar" userId="8a083b85784beda6" providerId="LiveId" clId="{FAC1092B-871E-4A7C-AF0A-7B367F409DAB}" dt="2026-07-05T18:08:03.719" v="1063" actId="26606"/>
          <ac:spMkLst>
            <pc:docMk/>
            <pc:sldMk cId="94860700" sldId="268"/>
            <ac:spMk id="15" creationId="{1C2185E4-B584-4B9D-9440-DEA0FB9D94DF}"/>
          </ac:spMkLst>
        </pc:spChg>
        <pc:spChg chg="add del">
          <ac:chgData name="saurav kumar" userId="8a083b85784beda6" providerId="LiveId" clId="{FAC1092B-871E-4A7C-AF0A-7B367F409DAB}" dt="2026-07-05T18:08:01.639" v="1060" actId="26606"/>
          <ac:spMkLst>
            <pc:docMk/>
            <pc:sldMk cId="94860700" sldId="268"/>
            <ac:spMk id="16" creationId="{AC56B1E5-8C40-4B38-9E01-086401F40D54}"/>
          </ac:spMkLst>
        </pc:spChg>
        <pc:spChg chg="add">
          <ac:chgData name="saurav kumar" userId="8a083b85784beda6" providerId="LiveId" clId="{FAC1092B-871E-4A7C-AF0A-7B367F409DAB}" dt="2026-07-05T18:08:03.719" v="1063" actId="26606"/>
          <ac:spMkLst>
            <pc:docMk/>
            <pc:sldMk cId="94860700" sldId="268"/>
            <ac:spMk id="17" creationId="{FF33EC8A-EE0A-4395-97E2-DAD467CF734C}"/>
          </ac:spMkLst>
        </pc:spChg>
        <pc:spChg chg="add del">
          <ac:chgData name="saurav kumar" userId="8a083b85784beda6" providerId="LiveId" clId="{FAC1092B-871E-4A7C-AF0A-7B367F409DAB}" dt="2026-07-05T18:08:01.639" v="1060" actId="26606"/>
          <ac:spMkLst>
            <pc:docMk/>
            <pc:sldMk cId="94860700" sldId="268"/>
            <ac:spMk id="18" creationId="{373BF372-AF59-4E6A-B507-99714F0DDE13}"/>
          </ac:spMkLst>
        </pc:spChg>
        <pc:spChg chg="add">
          <ac:chgData name="saurav kumar" userId="8a083b85784beda6" providerId="LiveId" clId="{FAC1092B-871E-4A7C-AF0A-7B367F409DAB}" dt="2026-07-05T18:08:03.719" v="1063" actId="26606"/>
          <ac:spMkLst>
            <pc:docMk/>
            <pc:sldMk cId="94860700" sldId="268"/>
            <ac:spMk id="19" creationId="{FF85DA95-16A4-404E-9BFF-27F8E4FC78AA}"/>
          </ac:spMkLst>
        </pc:spChg>
        <pc:spChg chg="add del">
          <ac:chgData name="saurav kumar" userId="8a083b85784beda6" providerId="LiveId" clId="{FAC1092B-871E-4A7C-AF0A-7B367F409DAB}" dt="2026-07-05T18:08:01.639" v="1060" actId="26606"/>
          <ac:spMkLst>
            <pc:docMk/>
            <pc:sldMk cId="94860700" sldId="268"/>
            <ac:spMk id="20" creationId="{3E51228A-E070-4CBB-B003-E1F8EB0AF3FA}"/>
          </ac:spMkLst>
        </pc:spChg>
        <pc:spChg chg="add del">
          <ac:chgData name="saurav kumar" userId="8a083b85784beda6" providerId="LiveId" clId="{FAC1092B-871E-4A7C-AF0A-7B367F409DAB}" dt="2026-07-05T18:08:01.639" v="1060" actId="26606"/>
          <ac:spMkLst>
            <pc:docMk/>
            <pc:sldMk cId="94860700" sldId="268"/>
            <ac:spMk id="22" creationId="{B61AB5B3-299F-402C-A990-BCBB37FE0988}"/>
          </ac:spMkLst>
        </pc:spChg>
        <pc:spChg chg="add del">
          <ac:chgData name="saurav kumar" userId="8a083b85784beda6" providerId="LiveId" clId="{FAC1092B-871E-4A7C-AF0A-7B367F409DAB}" dt="2026-07-05T18:08:03.693" v="1062" actId="26606"/>
          <ac:spMkLst>
            <pc:docMk/>
            <pc:sldMk cId="94860700" sldId="268"/>
            <ac:spMk id="24" creationId="{FE0A6C7C-0AE6-48BC-951D-9663738EEAC1}"/>
          </ac:spMkLst>
        </pc:spChg>
        <pc:spChg chg="add del">
          <ac:chgData name="saurav kumar" userId="8a083b85784beda6" providerId="LiveId" clId="{FAC1092B-871E-4A7C-AF0A-7B367F409DAB}" dt="2026-07-05T18:08:03.693" v="1062" actId="26606"/>
          <ac:spMkLst>
            <pc:docMk/>
            <pc:sldMk cId="94860700" sldId="268"/>
            <ac:spMk id="25" creationId="{88F7DC0D-FB41-40DE-9A2A-1621F2F269CE}"/>
          </ac:spMkLst>
        </pc:spChg>
        <pc:spChg chg="add del">
          <ac:chgData name="saurav kumar" userId="8a083b85784beda6" providerId="LiveId" clId="{FAC1092B-871E-4A7C-AF0A-7B367F409DAB}" dt="2026-07-05T18:08:03.693" v="1062" actId="26606"/>
          <ac:spMkLst>
            <pc:docMk/>
            <pc:sldMk cId="94860700" sldId="268"/>
            <ac:spMk id="26" creationId="{70CEE6E3-70B6-4693-8985-3413141EE2EA}"/>
          </ac:spMkLst>
        </pc:spChg>
        <pc:spChg chg="add del">
          <ac:chgData name="saurav kumar" userId="8a083b85784beda6" providerId="LiveId" clId="{FAC1092B-871E-4A7C-AF0A-7B367F409DAB}" dt="2026-07-05T18:08:03.693" v="1062" actId="26606"/>
          <ac:spMkLst>
            <pc:docMk/>
            <pc:sldMk cId="94860700" sldId="268"/>
            <ac:spMk id="27" creationId="{AC56B1E5-8C40-4B38-9E01-086401F40D54}"/>
          </ac:spMkLst>
        </pc:spChg>
        <pc:spChg chg="add del">
          <ac:chgData name="saurav kumar" userId="8a083b85784beda6" providerId="LiveId" clId="{FAC1092B-871E-4A7C-AF0A-7B367F409DAB}" dt="2026-07-05T18:08:03.693" v="1062" actId="26606"/>
          <ac:spMkLst>
            <pc:docMk/>
            <pc:sldMk cId="94860700" sldId="268"/>
            <ac:spMk id="28" creationId="{373BF372-AF59-4E6A-B507-99714F0DDE13}"/>
          </ac:spMkLst>
        </pc:spChg>
        <pc:spChg chg="add del">
          <ac:chgData name="saurav kumar" userId="8a083b85784beda6" providerId="LiveId" clId="{FAC1092B-871E-4A7C-AF0A-7B367F409DAB}" dt="2026-07-05T18:08:03.693" v="1062" actId="26606"/>
          <ac:spMkLst>
            <pc:docMk/>
            <pc:sldMk cId="94860700" sldId="268"/>
            <ac:spMk id="29" creationId="{3E51228A-E070-4CBB-B003-E1F8EB0AF3FA}"/>
          </ac:spMkLst>
        </pc:spChg>
        <pc:spChg chg="add del">
          <ac:chgData name="saurav kumar" userId="8a083b85784beda6" providerId="LiveId" clId="{FAC1092B-871E-4A7C-AF0A-7B367F409DAB}" dt="2026-07-05T18:08:03.693" v="1062" actId="26606"/>
          <ac:spMkLst>
            <pc:docMk/>
            <pc:sldMk cId="94860700" sldId="268"/>
            <ac:spMk id="30" creationId="{B61AB5B3-299F-402C-A990-BCBB37FE0988}"/>
          </ac:spMkLst>
        </pc:spChg>
        <pc:graphicFrameChg chg="add">
          <ac:chgData name="saurav kumar" userId="8a083b85784beda6" providerId="LiveId" clId="{FAC1092B-871E-4A7C-AF0A-7B367F409DAB}" dt="2026-07-05T18:08:03.719" v="1063" actId="26606"/>
          <ac:graphicFrameMkLst>
            <pc:docMk/>
            <pc:sldMk cId="94860700" sldId="268"/>
            <ac:graphicFrameMk id="5" creationId="{2C943B82-6A8A-1D0A-43AC-EBDB26F64955}"/>
          </ac:graphicFrameMkLst>
        </pc:graphicFrameChg>
        <pc:picChg chg="add del">
          <ac:chgData name="saurav kumar" userId="8a083b85784beda6" providerId="LiveId" clId="{FAC1092B-871E-4A7C-AF0A-7B367F409DAB}" dt="2026-07-05T18:08:01.639" v="1060" actId="26606"/>
          <ac:picMkLst>
            <pc:docMk/>
            <pc:sldMk cId="94860700" sldId="268"/>
            <ac:picMk id="7" creationId="{616E31CA-1D05-196B-1568-4247B699BC0F}"/>
          </ac:picMkLst>
        </pc:picChg>
        <pc:picChg chg="add del">
          <ac:chgData name="saurav kumar" userId="8a083b85784beda6" providerId="LiveId" clId="{FAC1092B-871E-4A7C-AF0A-7B367F409DAB}" dt="2026-07-05T18:08:03.693" v="1062" actId="26606"/>
          <ac:picMkLst>
            <pc:docMk/>
            <pc:sldMk cId="94860700" sldId="268"/>
            <ac:picMk id="31" creationId="{DE4E24AB-22B9-DC3F-E8EE-7550BFCB13D0}"/>
          </ac:picMkLst>
        </pc:picChg>
      </pc:sldChg>
      <pc:sldMasterChg chg="add del addSldLayout delSldLayout">
        <pc:chgData name="saurav kumar" userId="8a083b85784beda6" providerId="LiveId" clId="{FAC1092B-871E-4A7C-AF0A-7B367F409DAB}" dt="2026-07-05T17:05:41.589" v="190" actId="26606"/>
        <pc:sldMasterMkLst>
          <pc:docMk/>
          <pc:sldMasterMk cId="3338592350" sldId="2147483648"/>
        </pc:sldMasterMkLst>
        <pc:sldLayoutChg chg="add del">
          <pc:chgData name="saurav kumar" userId="8a083b85784beda6" providerId="LiveId" clId="{FAC1092B-871E-4A7C-AF0A-7B367F409DAB}" dt="2026-07-05T17:05:41.589" v="190" actId="26606"/>
          <pc:sldLayoutMkLst>
            <pc:docMk/>
            <pc:sldMasterMk cId="3338592350" sldId="2147483648"/>
            <pc:sldLayoutMk cId="82275479" sldId="2147483649"/>
          </pc:sldLayoutMkLst>
        </pc:sldLayoutChg>
        <pc:sldLayoutChg chg="add del">
          <pc:chgData name="saurav kumar" userId="8a083b85784beda6" providerId="LiveId" clId="{FAC1092B-871E-4A7C-AF0A-7B367F409DAB}" dt="2026-07-05T17:05:41.589" v="190" actId="26606"/>
          <pc:sldLayoutMkLst>
            <pc:docMk/>
            <pc:sldMasterMk cId="3338592350" sldId="2147483648"/>
            <pc:sldLayoutMk cId="2615832530" sldId="2147483650"/>
          </pc:sldLayoutMkLst>
        </pc:sldLayoutChg>
        <pc:sldLayoutChg chg="add del">
          <pc:chgData name="saurav kumar" userId="8a083b85784beda6" providerId="LiveId" clId="{FAC1092B-871E-4A7C-AF0A-7B367F409DAB}" dt="2026-07-05T17:05:41.589" v="190" actId="26606"/>
          <pc:sldLayoutMkLst>
            <pc:docMk/>
            <pc:sldMasterMk cId="3338592350" sldId="2147483648"/>
            <pc:sldLayoutMk cId="3779233407" sldId="2147483651"/>
          </pc:sldLayoutMkLst>
        </pc:sldLayoutChg>
        <pc:sldLayoutChg chg="add del">
          <pc:chgData name="saurav kumar" userId="8a083b85784beda6" providerId="LiveId" clId="{FAC1092B-871E-4A7C-AF0A-7B367F409DAB}" dt="2026-07-05T17:05:41.589" v="190" actId="26606"/>
          <pc:sldLayoutMkLst>
            <pc:docMk/>
            <pc:sldMasterMk cId="3338592350" sldId="2147483648"/>
            <pc:sldLayoutMk cId="4229159780" sldId="2147483652"/>
          </pc:sldLayoutMkLst>
        </pc:sldLayoutChg>
        <pc:sldLayoutChg chg="add del">
          <pc:chgData name="saurav kumar" userId="8a083b85784beda6" providerId="LiveId" clId="{FAC1092B-871E-4A7C-AF0A-7B367F409DAB}" dt="2026-07-05T17:05:41.589" v="190" actId="26606"/>
          <pc:sldLayoutMkLst>
            <pc:docMk/>
            <pc:sldMasterMk cId="3338592350" sldId="2147483648"/>
            <pc:sldLayoutMk cId="2038304353" sldId="2147483653"/>
          </pc:sldLayoutMkLst>
        </pc:sldLayoutChg>
        <pc:sldLayoutChg chg="add del">
          <pc:chgData name="saurav kumar" userId="8a083b85784beda6" providerId="LiveId" clId="{FAC1092B-871E-4A7C-AF0A-7B367F409DAB}" dt="2026-07-05T17:05:41.589" v="190" actId="26606"/>
          <pc:sldLayoutMkLst>
            <pc:docMk/>
            <pc:sldMasterMk cId="3338592350" sldId="2147483648"/>
            <pc:sldLayoutMk cId="2527278905" sldId="2147483654"/>
          </pc:sldLayoutMkLst>
        </pc:sldLayoutChg>
        <pc:sldLayoutChg chg="add del">
          <pc:chgData name="saurav kumar" userId="8a083b85784beda6" providerId="LiveId" clId="{FAC1092B-871E-4A7C-AF0A-7B367F409DAB}" dt="2026-07-05T17:05:41.589" v="190" actId="26606"/>
          <pc:sldLayoutMkLst>
            <pc:docMk/>
            <pc:sldMasterMk cId="3338592350" sldId="2147483648"/>
            <pc:sldLayoutMk cId="1209149560" sldId="2147483655"/>
          </pc:sldLayoutMkLst>
        </pc:sldLayoutChg>
        <pc:sldLayoutChg chg="add del">
          <pc:chgData name="saurav kumar" userId="8a083b85784beda6" providerId="LiveId" clId="{FAC1092B-871E-4A7C-AF0A-7B367F409DAB}" dt="2026-07-05T17:05:41.589" v="190" actId="26606"/>
          <pc:sldLayoutMkLst>
            <pc:docMk/>
            <pc:sldMasterMk cId="3338592350" sldId="2147483648"/>
            <pc:sldLayoutMk cId="1401600730" sldId="2147483656"/>
          </pc:sldLayoutMkLst>
        </pc:sldLayoutChg>
        <pc:sldLayoutChg chg="add del">
          <pc:chgData name="saurav kumar" userId="8a083b85784beda6" providerId="LiveId" clId="{FAC1092B-871E-4A7C-AF0A-7B367F409DAB}" dt="2026-07-05T17:05:41.589" v="190" actId="26606"/>
          <pc:sldLayoutMkLst>
            <pc:docMk/>
            <pc:sldMasterMk cId="3338592350" sldId="2147483648"/>
            <pc:sldLayoutMk cId="554583851" sldId="2147483657"/>
          </pc:sldLayoutMkLst>
        </pc:sldLayoutChg>
        <pc:sldLayoutChg chg="add del">
          <pc:chgData name="saurav kumar" userId="8a083b85784beda6" providerId="LiveId" clId="{FAC1092B-871E-4A7C-AF0A-7B367F409DAB}" dt="2026-07-05T17:05:41.589" v="190" actId="26606"/>
          <pc:sldLayoutMkLst>
            <pc:docMk/>
            <pc:sldMasterMk cId="3338592350" sldId="2147483648"/>
            <pc:sldLayoutMk cId="1251379613" sldId="2147483658"/>
          </pc:sldLayoutMkLst>
        </pc:sldLayoutChg>
        <pc:sldLayoutChg chg="add del">
          <pc:chgData name="saurav kumar" userId="8a083b85784beda6" providerId="LiveId" clId="{FAC1092B-871E-4A7C-AF0A-7B367F409DAB}" dt="2026-07-05T17:05:41.589" v="190" actId="26606"/>
          <pc:sldLayoutMkLst>
            <pc:docMk/>
            <pc:sldMasterMk cId="3338592350" sldId="2147483648"/>
            <pc:sldLayoutMk cId="2315243882" sldId="2147483659"/>
          </pc:sldLayoutMkLst>
        </pc:sldLayoutChg>
      </pc:sldMasterChg>
      <pc:sldMasterChg chg="add del replId addSldLayout delSldLayout">
        <pc:chgData name="saurav kumar" userId="8a083b85784beda6" providerId="LiveId" clId="{FAC1092B-871E-4A7C-AF0A-7B367F409DAB}" dt="2026-07-05T17:05:13.132" v="173" actId="26606"/>
        <pc:sldMasterMkLst>
          <pc:docMk/>
          <pc:sldMasterMk cId="2413954996" sldId="2147483660"/>
        </pc:sldMasterMkLst>
        <pc:sldLayoutChg chg="add del">
          <pc:chgData name="saurav kumar" userId="8a083b85784beda6" providerId="LiveId" clId="{FAC1092B-871E-4A7C-AF0A-7B367F409DAB}" dt="2026-07-05T17:05:13.132" v="173" actId="26606"/>
          <pc:sldLayoutMkLst>
            <pc:docMk/>
            <pc:sldMasterMk cId="2413954996" sldId="2147483660"/>
            <pc:sldLayoutMk cId="1080503160" sldId="2147483661"/>
          </pc:sldLayoutMkLst>
        </pc:sldLayoutChg>
        <pc:sldLayoutChg chg="add del replId">
          <pc:chgData name="saurav kumar" userId="8a083b85784beda6" providerId="LiveId" clId="{FAC1092B-871E-4A7C-AF0A-7B367F409DAB}" dt="2026-07-05T17:05:13.132" v="173" actId="26606"/>
          <pc:sldLayoutMkLst>
            <pc:docMk/>
            <pc:sldMasterMk cId="2413954996" sldId="2147483660"/>
            <pc:sldLayoutMk cId="3997492023" sldId="2147483662"/>
          </pc:sldLayoutMkLst>
        </pc:sldLayoutChg>
        <pc:sldLayoutChg chg="add del replId">
          <pc:chgData name="saurav kumar" userId="8a083b85784beda6" providerId="LiveId" clId="{FAC1092B-871E-4A7C-AF0A-7B367F409DAB}" dt="2026-07-05T17:05:13.132" v="173" actId="26606"/>
          <pc:sldLayoutMkLst>
            <pc:docMk/>
            <pc:sldMasterMk cId="2413954996" sldId="2147483660"/>
            <pc:sldLayoutMk cId="2723120274" sldId="2147483663"/>
          </pc:sldLayoutMkLst>
        </pc:sldLayoutChg>
        <pc:sldLayoutChg chg="add del replId">
          <pc:chgData name="saurav kumar" userId="8a083b85784beda6" providerId="LiveId" clId="{FAC1092B-871E-4A7C-AF0A-7B367F409DAB}" dt="2026-07-05T17:05:13.132" v="173" actId="26606"/>
          <pc:sldLayoutMkLst>
            <pc:docMk/>
            <pc:sldMasterMk cId="2413954996" sldId="2147483660"/>
            <pc:sldLayoutMk cId="541448463" sldId="2147483664"/>
          </pc:sldLayoutMkLst>
        </pc:sldLayoutChg>
        <pc:sldLayoutChg chg="add del replId">
          <pc:chgData name="saurav kumar" userId="8a083b85784beda6" providerId="LiveId" clId="{FAC1092B-871E-4A7C-AF0A-7B367F409DAB}" dt="2026-07-05T17:05:13.132" v="173" actId="26606"/>
          <pc:sldLayoutMkLst>
            <pc:docMk/>
            <pc:sldMasterMk cId="2413954996" sldId="2147483660"/>
            <pc:sldLayoutMk cId="3502976451" sldId="2147483665"/>
          </pc:sldLayoutMkLst>
        </pc:sldLayoutChg>
        <pc:sldLayoutChg chg="add del replId">
          <pc:chgData name="saurav kumar" userId="8a083b85784beda6" providerId="LiveId" clId="{FAC1092B-871E-4A7C-AF0A-7B367F409DAB}" dt="2026-07-05T17:05:13.132" v="173" actId="26606"/>
          <pc:sldLayoutMkLst>
            <pc:docMk/>
            <pc:sldMasterMk cId="2413954996" sldId="2147483660"/>
            <pc:sldLayoutMk cId="593894020" sldId="2147483666"/>
          </pc:sldLayoutMkLst>
        </pc:sldLayoutChg>
        <pc:sldLayoutChg chg="add del replId">
          <pc:chgData name="saurav kumar" userId="8a083b85784beda6" providerId="LiveId" clId="{FAC1092B-871E-4A7C-AF0A-7B367F409DAB}" dt="2026-07-05T17:05:13.132" v="173" actId="26606"/>
          <pc:sldLayoutMkLst>
            <pc:docMk/>
            <pc:sldMasterMk cId="2413954996" sldId="2147483660"/>
            <pc:sldLayoutMk cId="1868067616" sldId="2147483667"/>
          </pc:sldLayoutMkLst>
        </pc:sldLayoutChg>
        <pc:sldLayoutChg chg="add del replId">
          <pc:chgData name="saurav kumar" userId="8a083b85784beda6" providerId="LiveId" clId="{FAC1092B-871E-4A7C-AF0A-7B367F409DAB}" dt="2026-07-05T17:05:13.132" v="173" actId="26606"/>
          <pc:sldLayoutMkLst>
            <pc:docMk/>
            <pc:sldMasterMk cId="2413954996" sldId="2147483660"/>
            <pc:sldLayoutMk cId="1019572184" sldId="2147483668"/>
          </pc:sldLayoutMkLst>
        </pc:sldLayoutChg>
        <pc:sldLayoutChg chg="add del replId">
          <pc:chgData name="saurav kumar" userId="8a083b85784beda6" providerId="LiveId" clId="{FAC1092B-871E-4A7C-AF0A-7B367F409DAB}" dt="2026-07-05T17:05:13.132" v="173" actId="26606"/>
          <pc:sldLayoutMkLst>
            <pc:docMk/>
            <pc:sldMasterMk cId="2413954996" sldId="2147483660"/>
            <pc:sldLayoutMk cId="2467033635" sldId="2147483669"/>
          </pc:sldLayoutMkLst>
        </pc:sldLayoutChg>
        <pc:sldLayoutChg chg="add del replId">
          <pc:chgData name="saurav kumar" userId="8a083b85784beda6" providerId="LiveId" clId="{FAC1092B-871E-4A7C-AF0A-7B367F409DAB}" dt="2026-07-05T17:05:13.132" v="173" actId="26606"/>
          <pc:sldLayoutMkLst>
            <pc:docMk/>
            <pc:sldMasterMk cId="2413954996" sldId="2147483660"/>
            <pc:sldLayoutMk cId="1411881604" sldId="2147483670"/>
          </pc:sldLayoutMkLst>
        </pc:sldLayoutChg>
        <pc:sldLayoutChg chg="add del replId">
          <pc:chgData name="saurav kumar" userId="8a083b85784beda6" providerId="LiveId" clId="{FAC1092B-871E-4A7C-AF0A-7B367F409DAB}" dt="2026-07-05T17:05:13.132" v="173" actId="26606"/>
          <pc:sldLayoutMkLst>
            <pc:docMk/>
            <pc:sldMasterMk cId="2413954996" sldId="2147483660"/>
            <pc:sldLayoutMk cId="2153716233" sldId="2147483671"/>
          </pc:sldLayoutMkLst>
        </pc:sldLayoutChg>
      </pc:sldMasterChg>
      <pc:sldMasterChg chg="add del addSldLayout delSldLayout">
        <pc:chgData name="saurav kumar" userId="8a083b85784beda6" providerId="LiveId" clId="{FAC1092B-871E-4A7C-AF0A-7B367F409DAB}" dt="2026-07-05T17:05:09.952" v="171" actId="26606"/>
        <pc:sldMasterMkLst>
          <pc:docMk/>
          <pc:sldMasterMk cId="1213417601" sldId="2147483673"/>
        </pc:sldMasterMkLst>
        <pc:sldLayoutChg chg="add del">
          <pc:chgData name="saurav kumar" userId="8a083b85784beda6" providerId="LiveId" clId="{FAC1092B-871E-4A7C-AF0A-7B367F409DAB}" dt="2026-07-05T17:05:09.952" v="171" actId="26606"/>
          <pc:sldLayoutMkLst>
            <pc:docMk/>
            <pc:sldMasterMk cId="1213417601" sldId="2147483673"/>
            <pc:sldLayoutMk cId="4110546814" sldId="2147483662"/>
          </pc:sldLayoutMkLst>
        </pc:sldLayoutChg>
        <pc:sldLayoutChg chg="add del">
          <pc:chgData name="saurav kumar" userId="8a083b85784beda6" providerId="LiveId" clId="{FAC1092B-871E-4A7C-AF0A-7B367F409DAB}" dt="2026-07-05T17:05:09.952" v="171" actId="26606"/>
          <pc:sldLayoutMkLst>
            <pc:docMk/>
            <pc:sldMasterMk cId="1213417601" sldId="2147483673"/>
            <pc:sldLayoutMk cId="607484884" sldId="2147483663"/>
          </pc:sldLayoutMkLst>
        </pc:sldLayoutChg>
        <pc:sldLayoutChg chg="add del">
          <pc:chgData name="saurav kumar" userId="8a083b85784beda6" providerId="LiveId" clId="{FAC1092B-871E-4A7C-AF0A-7B367F409DAB}" dt="2026-07-05T17:05:09.952" v="171" actId="26606"/>
          <pc:sldLayoutMkLst>
            <pc:docMk/>
            <pc:sldMasterMk cId="1213417601" sldId="2147483673"/>
            <pc:sldLayoutMk cId="3575428547" sldId="2147483664"/>
          </pc:sldLayoutMkLst>
        </pc:sldLayoutChg>
        <pc:sldLayoutChg chg="add del">
          <pc:chgData name="saurav kumar" userId="8a083b85784beda6" providerId="LiveId" clId="{FAC1092B-871E-4A7C-AF0A-7B367F409DAB}" dt="2026-07-05T17:05:09.952" v="171" actId="26606"/>
          <pc:sldLayoutMkLst>
            <pc:docMk/>
            <pc:sldMasterMk cId="1213417601" sldId="2147483673"/>
            <pc:sldLayoutMk cId="4064603464" sldId="2147483665"/>
          </pc:sldLayoutMkLst>
        </pc:sldLayoutChg>
        <pc:sldLayoutChg chg="add del">
          <pc:chgData name="saurav kumar" userId="8a083b85784beda6" providerId="LiveId" clId="{FAC1092B-871E-4A7C-AF0A-7B367F409DAB}" dt="2026-07-05T17:05:09.952" v="171" actId="26606"/>
          <pc:sldLayoutMkLst>
            <pc:docMk/>
            <pc:sldMasterMk cId="1213417601" sldId="2147483673"/>
            <pc:sldLayoutMk cId="3382426293" sldId="2147483666"/>
          </pc:sldLayoutMkLst>
        </pc:sldLayoutChg>
        <pc:sldLayoutChg chg="add del">
          <pc:chgData name="saurav kumar" userId="8a083b85784beda6" providerId="LiveId" clId="{FAC1092B-871E-4A7C-AF0A-7B367F409DAB}" dt="2026-07-05T17:05:09.952" v="171" actId="26606"/>
          <pc:sldLayoutMkLst>
            <pc:docMk/>
            <pc:sldMasterMk cId="1213417601" sldId="2147483673"/>
            <pc:sldLayoutMk cId="813262116" sldId="2147483667"/>
          </pc:sldLayoutMkLst>
        </pc:sldLayoutChg>
        <pc:sldLayoutChg chg="add del">
          <pc:chgData name="saurav kumar" userId="8a083b85784beda6" providerId="LiveId" clId="{FAC1092B-871E-4A7C-AF0A-7B367F409DAB}" dt="2026-07-05T17:05:09.952" v="171" actId="26606"/>
          <pc:sldLayoutMkLst>
            <pc:docMk/>
            <pc:sldMasterMk cId="1213417601" sldId="2147483673"/>
            <pc:sldLayoutMk cId="2379020303" sldId="2147483668"/>
          </pc:sldLayoutMkLst>
        </pc:sldLayoutChg>
        <pc:sldLayoutChg chg="add del">
          <pc:chgData name="saurav kumar" userId="8a083b85784beda6" providerId="LiveId" clId="{FAC1092B-871E-4A7C-AF0A-7B367F409DAB}" dt="2026-07-05T17:05:09.952" v="171" actId="26606"/>
          <pc:sldLayoutMkLst>
            <pc:docMk/>
            <pc:sldMasterMk cId="1213417601" sldId="2147483673"/>
            <pc:sldLayoutMk cId="3390700776" sldId="2147483669"/>
          </pc:sldLayoutMkLst>
        </pc:sldLayoutChg>
        <pc:sldLayoutChg chg="add del">
          <pc:chgData name="saurav kumar" userId="8a083b85784beda6" providerId="LiveId" clId="{FAC1092B-871E-4A7C-AF0A-7B367F409DAB}" dt="2026-07-05T17:05:09.952" v="171" actId="26606"/>
          <pc:sldLayoutMkLst>
            <pc:docMk/>
            <pc:sldMasterMk cId="1213417601" sldId="2147483673"/>
            <pc:sldLayoutMk cId="937941191" sldId="2147483670"/>
          </pc:sldLayoutMkLst>
        </pc:sldLayoutChg>
        <pc:sldLayoutChg chg="add del">
          <pc:chgData name="saurav kumar" userId="8a083b85784beda6" providerId="LiveId" clId="{FAC1092B-871E-4A7C-AF0A-7B367F409DAB}" dt="2026-07-05T17:05:09.952" v="171" actId="26606"/>
          <pc:sldLayoutMkLst>
            <pc:docMk/>
            <pc:sldMasterMk cId="1213417601" sldId="2147483673"/>
            <pc:sldLayoutMk cId="788365312" sldId="2147483671"/>
          </pc:sldLayoutMkLst>
        </pc:sldLayoutChg>
        <pc:sldLayoutChg chg="add del">
          <pc:chgData name="saurav kumar" userId="8a083b85784beda6" providerId="LiveId" clId="{FAC1092B-871E-4A7C-AF0A-7B367F409DAB}" dt="2026-07-05T17:05:09.952" v="171" actId="26606"/>
          <pc:sldLayoutMkLst>
            <pc:docMk/>
            <pc:sldMasterMk cId="1213417601" sldId="2147483673"/>
            <pc:sldLayoutMk cId="2463835987" sldId="2147483672"/>
          </pc:sldLayoutMkLst>
        </pc:sldLayoutChg>
      </pc:sldMasterChg>
      <pc:sldMasterChg chg="add del addSldLayout delSldLayout">
        <pc:chgData name="saurav kumar" userId="8a083b85784beda6" providerId="LiveId" clId="{FAC1092B-871E-4A7C-AF0A-7B367F409DAB}" dt="2026-07-05T17:05:15.382" v="175" actId="26606"/>
        <pc:sldMasterMkLst>
          <pc:docMk/>
          <pc:sldMasterMk cId="3644155352" sldId="2147483686"/>
        </pc:sldMasterMkLst>
        <pc:sldLayoutChg chg="add del">
          <pc:chgData name="saurav kumar" userId="8a083b85784beda6" providerId="LiveId" clId="{FAC1092B-871E-4A7C-AF0A-7B367F409DAB}" dt="2026-07-05T17:05:15.382" v="175" actId="26606"/>
          <pc:sldLayoutMkLst>
            <pc:docMk/>
            <pc:sldMasterMk cId="3644155352" sldId="2147483686"/>
            <pc:sldLayoutMk cId="3467376149" sldId="2147483675"/>
          </pc:sldLayoutMkLst>
        </pc:sldLayoutChg>
        <pc:sldLayoutChg chg="add del">
          <pc:chgData name="saurav kumar" userId="8a083b85784beda6" providerId="LiveId" clId="{FAC1092B-871E-4A7C-AF0A-7B367F409DAB}" dt="2026-07-05T17:05:15.382" v="175" actId="26606"/>
          <pc:sldLayoutMkLst>
            <pc:docMk/>
            <pc:sldMasterMk cId="3644155352" sldId="2147483686"/>
            <pc:sldLayoutMk cId="840826391" sldId="2147483676"/>
          </pc:sldLayoutMkLst>
        </pc:sldLayoutChg>
        <pc:sldLayoutChg chg="add del">
          <pc:chgData name="saurav kumar" userId="8a083b85784beda6" providerId="LiveId" clId="{FAC1092B-871E-4A7C-AF0A-7B367F409DAB}" dt="2026-07-05T17:05:15.382" v="175" actId="26606"/>
          <pc:sldLayoutMkLst>
            <pc:docMk/>
            <pc:sldMasterMk cId="3644155352" sldId="2147483686"/>
            <pc:sldLayoutMk cId="2506300286" sldId="2147483677"/>
          </pc:sldLayoutMkLst>
        </pc:sldLayoutChg>
        <pc:sldLayoutChg chg="add del">
          <pc:chgData name="saurav kumar" userId="8a083b85784beda6" providerId="LiveId" clId="{FAC1092B-871E-4A7C-AF0A-7B367F409DAB}" dt="2026-07-05T17:05:15.382" v="175" actId="26606"/>
          <pc:sldLayoutMkLst>
            <pc:docMk/>
            <pc:sldMasterMk cId="3644155352" sldId="2147483686"/>
            <pc:sldLayoutMk cId="1147766438" sldId="2147483678"/>
          </pc:sldLayoutMkLst>
        </pc:sldLayoutChg>
        <pc:sldLayoutChg chg="add del">
          <pc:chgData name="saurav kumar" userId="8a083b85784beda6" providerId="LiveId" clId="{FAC1092B-871E-4A7C-AF0A-7B367F409DAB}" dt="2026-07-05T17:05:15.382" v="175" actId="26606"/>
          <pc:sldLayoutMkLst>
            <pc:docMk/>
            <pc:sldMasterMk cId="3644155352" sldId="2147483686"/>
            <pc:sldLayoutMk cId="245682743" sldId="2147483679"/>
          </pc:sldLayoutMkLst>
        </pc:sldLayoutChg>
        <pc:sldLayoutChg chg="add del">
          <pc:chgData name="saurav kumar" userId="8a083b85784beda6" providerId="LiveId" clId="{FAC1092B-871E-4A7C-AF0A-7B367F409DAB}" dt="2026-07-05T17:05:15.382" v="175" actId="26606"/>
          <pc:sldLayoutMkLst>
            <pc:docMk/>
            <pc:sldMasterMk cId="3644155352" sldId="2147483686"/>
            <pc:sldLayoutMk cId="1096788739" sldId="2147483680"/>
          </pc:sldLayoutMkLst>
        </pc:sldLayoutChg>
        <pc:sldLayoutChg chg="add del">
          <pc:chgData name="saurav kumar" userId="8a083b85784beda6" providerId="LiveId" clId="{FAC1092B-871E-4A7C-AF0A-7B367F409DAB}" dt="2026-07-05T17:05:15.382" v="175" actId="26606"/>
          <pc:sldLayoutMkLst>
            <pc:docMk/>
            <pc:sldMasterMk cId="3644155352" sldId="2147483686"/>
            <pc:sldLayoutMk cId="1391711763" sldId="2147483681"/>
          </pc:sldLayoutMkLst>
        </pc:sldLayoutChg>
        <pc:sldLayoutChg chg="add del">
          <pc:chgData name="saurav kumar" userId="8a083b85784beda6" providerId="LiveId" clId="{FAC1092B-871E-4A7C-AF0A-7B367F409DAB}" dt="2026-07-05T17:05:15.382" v="175" actId="26606"/>
          <pc:sldLayoutMkLst>
            <pc:docMk/>
            <pc:sldMasterMk cId="3644155352" sldId="2147483686"/>
            <pc:sldLayoutMk cId="2675248129" sldId="2147483682"/>
          </pc:sldLayoutMkLst>
        </pc:sldLayoutChg>
        <pc:sldLayoutChg chg="add del">
          <pc:chgData name="saurav kumar" userId="8a083b85784beda6" providerId="LiveId" clId="{FAC1092B-871E-4A7C-AF0A-7B367F409DAB}" dt="2026-07-05T17:05:15.382" v="175" actId="26606"/>
          <pc:sldLayoutMkLst>
            <pc:docMk/>
            <pc:sldMasterMk cId="3644155352" sldId="2147483686"/>
            <pc:sldLayoutMk cId="1505873403" sldId="2147483683"/>
          </pc:sldLayoutMkLst>
        </pc:sldLayoutChg>
        <pc:sldLayoutChg chg="add del">
          <pc:chgData name="saurav kumar" userId="8a083b85784beda6" providerId="LiveId" clId="{FAC1092B-871E-4A7C-AF0A-7B367F409DAB}" dt="2026-07-05T17:05:15.382" v="175" actId="26606"/>
          <pc:sldLayoutMkLst>
            <pc:docMk/>
            <pc:sldMasterMk cId="3644155352" sldId="2147483686"/>
            <pc:sldLayoutMk cId="1521767390" sldId="2147483684"/>
          </pc:sldLayoutMkLst>
        </pc:sldLayoutChg>
        <pc:sldLayoutChg chg="add del">
          <pc:chgData name="saurav kumar" userId="8a083b85784beda6" providerId="LiveId" clId="{FAC1092B-871E-4A7C-AF0A-7B367F409DAB}" dt="2026-07-05T17:05:15.382" v="175" actId="26606"/>
          <pc:sldLayoutMkLst>
            <pc:docMk/>
            <pc:sldMasterMk cId="3644155352" sldId="2147483686"/>
            <pc:sldLayoutMk cId="3006221454" sldId="2147483685"/>
          </pc:sldLayoutMkLst>
        </pc:sldLayoutChg>
      </pc:sldMasterChg>
      <pc:sldMasterChg chg="add del addSldLayout delSldLayout">
        <pc:chgData name="saurav kumar" userId="8a083b85784beda6" providerId="LiveId" clId="{FAC1092B-871E-4A7C-AF0A-7B367F409DAB}" dt="2026-07-05T17:05:41.515" v="189" actId="26606"/>
        <pc:sldMasterMkLst>
          <pc:docMk/>
          <pc:sldMasterMk cId="1960920558" sldId="2147483699"/>
        </pc:sldMasterMkLst>
        <pc:sldLayoutChg chg="add del">
          <pc:chgData name="saurav kumar" userId="8a083b85784beda6" providerId="LiveId" clId="{FAC1092B-871E-4A7C-AF0A-7B367F409DAB}" dt="2026-07-05T17:05:41.515" v="189" actId="26606"/>
          <pc:sldLayoutMkLst>
            <pc:docMk/>
            <pc:sldMasterMk cId="1960920558" sldId="2147483699"/>
            <pc:sldLayoutMk cId="1569725265" sldId="2147483688"/>
          </pc:sldLayoutMkLst>
        </pc:sldLayoutChg>
        <pc:sldLayoutChg chg="add del">
          <pc:chgData name="saurav kumar" userId="8a083b85784beda6" providerId="LiveId" clId="{FAC1092B-871E-4A7C-AF0A-7B367F409DAB}" dt="2026-07-05T17:05:41.515" v="189" actId="26606"/>
          <pc:sldLayoutMkLst>
            <pc:docMk/>
            <pc:sldMasterMk cId="1960920558" sldId="2147483699"/>
            <pc:sldLayoutMk cId="358526815" sldId="2147483689"/>
          </pc:sldLayoutMkLst>
        </pc:sldLayoutChg>
        <pc:sldLayoutChg chg="add del">
          <pc:chgData name="saurav kumar" userId="8a083b85784beda6" providerId="LiveId" clId="{FAC1092B-871E-4A7C-AF0A-7B367F409DAB}" dt="2026-07-05T17:05:41.515" v="189" actId="26606"/>
          <pc:sldLayoutMkLst>
            <pc:docMk/>
            <pc:sldMasterMk cId="1960920558" sldId="2147483699"/>
            <pc:sldLayoutMk cId="1843113392" sldId="2147483690"/>
          </pc:sldLayoutMkLst>
        </pc:sldLayoutChg>
        <pc:sldLayoutChg chg="add del">
          <pc:chgData name="saurav kumar" userId="8a083b85784beda6" providerId="LiveId" clId="{FAC1092B-871E-4A7C-AF0A-7B367F409DAB}" dt="2026-07-05T17:05:41.515" v="189" actId="26606"/>
          <pc:sldLayoutMkLst>
            <pc:docMk/>
            <pc:sldMasterMk cId="1960920558" sldId="2147483699"/>
            <pc:sldLayoutMk cId="346571847" sldId="2147483691"/>
          </pc:sldLayoutMkLst>
        </pc:sldLayoutChg>
        <pc:sldLayoutChg chg="add del">
          <pc:chgData name="saurav kumar" userId="8a083b85784beda6" providerId="LiveId" clId="{FAC1092B-871E-4A7C-AF0A-7B367F409DAB}" dt="2026-07-05T17:05:41.515" v="189" actId="26606"/>
          <pc:sldLayoutMkLst>
            <pc:docMk/>
            <pc:sldMasterMk cId="1960920558" sldId="2147483699"/>
            <pc:sldLayoutMk cId="1451043506" sldId="2147483692"/>
          </pc:sldLayoutMkLst>
        </pc:sldLayoutChg>
        <pc:sldLayoutChg chg="add del">
          <pc:chgData name="saurav kumar" userId="8a083b85784beda6" providerId="LiveId" clId="{FAC1092B-871E-4A7C-AF0A-7B367F409DAB}" dt="2026-07-05T17:05:41.515" v="189" actId="26606"/>
          <pc:sldLayoutMkLst>
            <pc:docMk/>
            <pc:sldMasterMk cId="1960920558" sldId="2147483699"/>
            <pc:sldLayoutMk cId="490799737" sldId="2147483693"/>
          </pc:sldLayoutMkLst>
        </pc:sldLayoutChg>
        <pc:sldLayoutChg chg="add del">
          <pc:chgData name="saurav kumar" userId="8a083b85784beda6" providerId="LiveId" clId="{FAC1092B-871E-4A7C-AF0A-7B367F409DAB}" dt="2026-07-05T17:05:41.515" v="189" actId="26606"/>
          <pc:sldLayoutMkLst>
            <pc:docMk/>
            <pc:sldMasterMk cId="1960920558" sldId="2147483699"/>
            <pc:sldLayoutMk cId="141498767" sldId="2147483694"/>
          </pc:sldLayoutMkLst>
        </pc:sldLayoutChg>
        <pc:sldLayoutChg chg="add del">
          <pc:chgData name="saurav kumar" userId="8a083b85784beda6" providerId="LiveId" clId="{FAC1092B-871E-4A7C-AF0A-7B367F409DAB}" dt="2026-07-05T17:05:41.515" v="189" actId="26606"/>
          <pc:sldLayoutMkLst>
            <pc:docMk/>
            <pc:sldMasterMk cId="1960920558" sldId="2147483699"/>
            <pc:sldLayoutMk cId="3952202618" sldId="2147483695"/>
          </pc:sldLayoutMkLst>
        </pc:sldLayoutChg>
        <pc:sldLayoutChg chg="add del">
          <pc:chgData name="saurav kumar" userId="8a083b85784beda6" providerId="LiveId" clId="{FAC1092B-871E-4A7C-AF0A-7B367F409DAB}" dt="2026-07-05T17:05:41.515" v="189" actId="26606"/>
          <pc:sldLayoutMkLst>
            <pc:docMk/>
            <pc:sldMasterMk cId="1960920558" sldId="2147483699"/>
            <pc:sldLayoutMk cId="2679582524" sldId="2147483696"/>
          </pc:sldLayoutMkLst>
        </pc:sldLayoutChg>
        <pc:sldLayoutChg chg="add del">
          <pc:chgData name="saurav kumar" userId="8a083b85784beda6" providerId="LiveId" clId="{FAC1092B-871E-4A7C-AF0A-7B367F409DAB}" dt="2026-07-05T17:05:41.515" v="189" actId="26606"/>
          <pc:sldLayoutMkLst>
            <pc:docMk/>
            <pc:sldMasterMk cId="1960920558" sldId="2147483699"/>
            <pc:sldLayoutMk cId="128263914" sldId="2147483697"/>
          </pc:sldLayoutMkLst>
        </pc:sldLayoutChg>
        <pc:sldLayoutChg chg="add del">
          <pc:chgData name="saurav kumar" userId="8a083b85784beda6" providerId="LiveId" clId="{FAC1092B-871E-4A7C-AF0A-7B367F409DAB}" dt="2026-07-05T17:05:41.515" v="189" actId="26606"/>
          <pc:sldLayoutMkLst>
            <pc:docMk/>
            <pc:sldMasterMk cId="1960920558" sldId="2147483699"/>
            <pc:sldLayoutMk cId="2337120012" sldId="2147483698"/>
          </pc:sldLayoutMkLst>
        </pc:sldLayoutChg>
      </pc:sldMasterChg>
      <pc:sldMasterChg chg="add del addSldLayout delSldLayout">
        <pc:chgData name="saurav kumar" userId="8a083b85784beda6" providerId="LiveId" clId="{FAC1092B-871E-4A7C-AF0A-7B367F409DAB}" dt="2026-07-05T17:05:39.726" v="187" actId="26606"/>
        <pc:sldMasterMkLst>
          <pc:docMk/>
          <pc:sldMasterMk cId="2415377260" sldId="2147483712"/>
        </pc:sldMasterMkLst>
        <pc:sldLayoutChg chg="add del">
          <pc:chgData name="saurav kumar" userId="8a083b85784beda6" providerId="LiveId" clId="{FAC1092B-871E-4A7C-AF0A-7B367F409DAB}" dt="2026-07-05T17:05:39.726" v="187" actId="26606"/>
          <pc:sldLayoutMkLst>
            <pc:docMk/>
            <pc:sldMasterMk cId="2415377260" sldId="2147483712"/>
            <pc:sldLayoutMk cId="2147254081" sldId="2147483701"/>
          </pc:sldLayoutMkLst>
        </pc:sldLayoutChg>
        <pc:sldLayoutChg chg="add del">
          <pc:chgData name="saurav kumar" userId="8a083b85784beda6" providerId="LiveId" clId="{FAC1092B-871E-4A7C-AF0A-7B367F409DAB}" dt="2026-07-05T17:05:39.726" v="187" actId="26606"/>
          <pc:sldLayoutMkLst>
            <pc:docMk/>
            <pc:sldMasterMk cId="2415377260" sldId="2147483712"/>
            <pc:sldLayoutMk cId="3466037799" sldId="2147483702"/>
          </pc:sldLayoutMkLst>
        </pc:sldLayoutChg>
        <pc:sldLayoutChg chg="add del">
          <pc:chgData name="saurav kumar" userId="8a083b85784beda6" providerId="LiveId" clId="{FAC1092B-871E-4A7C-AF0A-7B367F409DAB}" dt="2026-07-05T17:05:39.726" v="187" actId="26606"/>
          <pc:sldLayoutMkLst>
            <pc:docMk/>
            <pc:sldMasterMk cId="2415377260" sldId="2147483712"/>
            <pc:sldLayoutMk cId="1119290827" sldId="2147483703"/>
          </pc:sldLayoutMkLst>
        </pc:sldLayoutChg>
        <pc:sldLayoutChg chg="add del">
          <pc:chgData name="saurav kumar" userId="8a083b85784beda6" providerId="LiveId" clId="{FAC1092B-871E-4A7C-AF0A-7B367F409DAB}" dt="2026-07-05T17:05:39.726" v="187" actId="26606"/>
          <pc:sldLayoutMkLst>
            <pc:docMk/>
            <pc:sldMasterMk cId="2415377260" sldId="2147483712"/>
            <pc:sldLayoutMk cId="3140864794" sldId="2147483704"/>
          </pc:sldLayoutMkLst>
        </pc:sldLayoutChg>
        <pc:sldLayoutChg chg="add del">
          <pc:chgData name="saurav kumar" userId="8a083b85784beda6" providerId="LiveId" clId="{FAC1092B-871E-4A7C-AF0A-7B367F409DAB}" dt="2026-07-05T17:05:39.726" v="187" actId="26606"/>
          <pc:sldLayoutMkLst>
            <pc:docMk/>
            <pc:sldMasterMk cId="2415377260" sldId="2147483712"/>
            <pc:sldLayoutMk cId="2963820458" sldId="2147483705"/>
          </pc:sldLayoutMkLst>
        </pc:sldLayoutChg>
        <pc:sldLayoutChg chg="add del">
          <pc:chgData name="saurav kumar" userId="8a083b85784beda6" providerId="LiveId" clId="{FAC1092B-871E-4A7C-AF0A-7B367F409DAB}" dt="2026-07-05T17:05:39.726" v="187" actId="26606"/>
          <pc:sldLayoutMkLst>
            <pc:docMk/>
            <pc:sldMasterMk cId="2415377260" sldId="2147483712"/>
            <pc:sldLayoutMk cId="1398445833" sldId="2147483706"/>
          </pc:sldLayoutMkLst>
        </pc:sldLayoutChg>
        <pc:sldLayoutChg chg="add del">
          <pc:chgData name="saurav kumar" userId="8a083b85784beda6" providerId="LiveId" clId="{FAC1092B-871E-4A7C-AF0A-7B367F409DAB}" dt="2026-07-05T17:05:39.726" v="187" actId="26606"/>
          <pc:sldLayoutMkLst>
            <pc:docMk/>
            <pc:sldMasterMk cId="2415377260" sldId="2147483712"/>
            <pc:sldLayoutMk cId="2459873368" sldId="2147483707"/>
          </pc:sldLayoutMkLst>
        </pc:sldLayoutChg>
        <pc:sldLayoutChg chg="add del">
          <pc:chgData name="saurav kumar" userId="8a083b85784beda6" providerId="LiveId" clId="{FAC1092B-871E-4A7C-AF0A-7B367F409DAB}" dt="2026-07-05T17:05:39.726" v="187" actId="26606"/>
          <pc:sldLayoutMkLst>
            <pc:docMk/>
            <pc:sldMasterMk cId="2415377260" sldId="2147483712"/>
            <pc:sldLayoutMk cId="2119695244" sldId="2147483708"/>
          </pc:sldLayoutMkLst>
        </pc:sldLayoutChg>
        <pc:sldLayoutChg chg="add del">
          <pc:chgData name="saurav kumar" userId="8a083b85784beda6" providerId="LiveId" clId="{FAC1092B-871E-4A7C-AF0A-7B367F409DAB}" dt="2026-07-05T17:05:39.726" v="187" actId="26606"/>
          <pc:sldLayoutMkLst>
            <pc:docMk/>
            <pc:sldMasterMk cId="2415377260" sldId="2147483712"/>
            <pc:sldLayoutMk cId="2325159490" sldId="2147483709"/>
          </pc:sldLayoutMkLst>
        </pc:sldLayoutChg>
        <pc:sldLayoutChg chg="add del">
          <pc:chgData name="saurav kumar" userId="8a083b85784beda6" providerId="LiveId" clId="{FAC1092B-871E-4A7C-AF0A-7B367F409DAB}" dt="2026-07-05T17:05:39.726" v="187" actId="26606"/>
          <pc:sldLayoutMkLst>
            <pc:docMk/>
            <pc:sldMasterMk cId="2415377260" sldId="2147483712"/>
            <pc:sldLayoutMk cId="3754577490" sldId="2147483710"/>
          </pc:sldLayoutMkLst>
        </pc:sldLayoutChg>
        <pc:sldLayoutChg chg="add del">
          <pc:chgData name="saurav kumar" userId="8a083b85784beda6" providerId="LiveId" clId="{FAC1092B-871E-4A7C-AF0A-7B367F409DAB}" dt="2026-07-05T17:05:39.726" v="187" actId="26606"/>
          <pc:sldLayoutMkLst>
            <pc:docMk/>
            <pc:sldMasterMk cId="2415377260" sldId="2147483712"/>
            <pc:sldLayoutMk cId="2505340785" sldId="2147483711"/>
          </pc:sldLayoutMkLst>
        </pc:sldLayoutChg>
      </pc:sldMasterChg>
      <pc:sldMasterChg chg="add del addSldLayout delSldLayout">
        <pc:chgData name="saurav kumar" userId="8a083b85784beda6" providerId="LiveId" clId="{FAC1092B-871E-4A7C-AF0A-7B367F409DAB}" dt="2026-07-05T17:05:24.203" v="181" actId="26606"/>
        <pc:sldMasterMkLst>
          <pc:docMk/>
          <pc:sldMasterMk cId="4024099231" sldId="2147483725"/>
        </pc:sldMasterMkLst>
        <pc:sldLayoutChg chg="add del">
          <pc:chgData name="saurav kumar" userId="8a083b85784beda6" providerId="LiveId" clId="{FAC1092B-871E-4A7C-AF0A-7B367F409DAB}" dt="2026-07-05T17:05:24.203" v="181" actId="26606"/>
          <pc:sldLayoutMkLst>
            <pc:docMk/>
            <pc:sldMasterMk cId="4024099231" sldId="2147483725"/>
            <pc:sldLayoutMk cId="2384321463" sldId="2147483714"/>
          </pc:sldLayoutMkLst>
        </pc:sldLayoutChg>
        <pc:sldLayoutChg chg="add del">
          <pc:chgData name="saurav kumar" userId="8a083b85784beda6" providerId="LiveId" clId="{FAC1092B-871E-4A7C-AF0A-7B367F409DAB}" dt="2026-07-05T17:05:24.203" v="181" actId="26606"/>
          <pc:sldLayoutMkLst>
            <pc:docMk/>
            <pc:sldMasterMk cId="4024099231" sldId="2147483725"/>
            <pc:sldLayoutMk cId="3320752734" sldId="2147483715"/>
          </pc:sldLayoutMkLst>
        </pc:sldLayoutChg>
        <pc:sldLayoutChg chg="add del">
          <pc:chgData name="saurav kumar" userId="8a083b85784beda6" providerId="LiveId" clId="{FAC1092B-871E-4A7C-AF0A-7B367F409DAB}" dt="2026-07-05T17:05:24.203" v="181" actId="26606"/>
          <pc:sldLayoutMkLst>
            <pc:docMk/>
            <pc:sldMasterMk cId="4024099231" sldId="2147483725"/>
            <pc:sldLayoutMk cId="1931394599" sldId="2147483716"/>
          </pc:sldLayoutMkLst>
        </pc:sldLayoutChg>
        <pc:sldLayoutChg chg="add del">
          <pc:chgData name="saurav kumar" userId="8a083b85784beda6" providerId="LiveId" clId="{FAC1092B-871E-4A7C-AF0A-7B367F409DAB}" dt="2026-07-05T17:05:24.203" v="181" actId="26606"/>
          <pc:sldLayoutMkLst>
            <pc:docMk/>
            <pc:sldMasterMk cId="4024099231" sldId="2147483725"/>
            <pc:sldLayoutMk cId="956149167" sldId="2147483717"/>
          </pc:sldLayoutMkLst>
        </pc:sldLayoutChg>
        <pc:sldLayoutChg chg="add del">
          <pc:chgData name="saurav kumar" userId="8a083b85784beda6" providerId="LiveId" clId="{FAC1092B-871E-4A7C-AF0A-7B367F409DAB}" dt="2026-07-05T17:05:24.203" v="181" actId="26606"/>
          <pc:sldLayoutMkLst>
            <pc:docMk/>
            <pc:sldMasterMk cId="4024099231" sldId="2147483725"/>
            <pc:sldLayoutMk cId="2486085211" sldId="2147483718"/>
          </pc:sldLayoutMkLst>
        </pc:sldLayoutChg>
        <pc:sldLayoutChg chg="add del">
          <pc:chgData name="saurav kumar" userId="8a083b85784beda6" providerId="LiveId" clId="{FAC1092B-871E-4A7C-AF0A-7B367F409DAB}" dt="2026-07-05T17:05:24.203" v="181" actId="26606"/>
          <pc:sldLayoutMkLst>
            <pc:docMk/>
            <pc:sldMasterMk cId="4024099231" sldId="2147483725"/>
            <pc:sldLayoutMk cId="1560804776" sldId="2147483719"/>
          </pc:sldLayoutMkLst>
        </pc:sldLayoutChg>
        <pc:sldLayoutChg chg="add del">
          <pc:chgData name="saurav kumar" userId="8a083b85784beda6" providerId="LiveId" clId="{FAC1092B-871E-4A7C-AF0A-7B367F409DAB}" dt="2026-07-05T17:05:24.203" v="181" actId="26606"/>
          <pc:sldLayoutMkLst>
            <pc:docMk/>
            <pc:sldMasterMk cId="4024099231" sldId="2147483725"/>
            <pc:sldLayoutMk cId="2219038476" sldId="2147483720"/>
          </pc:sldLayoutMkLst>
        </pc:sldLayoutChg>
        <pc:sldLayoutChg chg="add del">
          <pc:chgData name="saurav kumar" userId="8a083b85784beda6" providerId="LiveId" clId="{FAC1092B-871E-4A7C-AF0A-7B367F409DAB}" dt="2026-07-05T17:05:24.203" v="181" actId="26606"/>
          <pc:sldLayoutMkLst>
            <pc:docMk/>
            <pc:sldMasterMk cId="4024099231" sldId="2147483725"/>
            <pc:sldLayoutMk cId="3154221017" sldId="2147483721"/>
          </pc:sldLayoutMkLst>
        </pc:sldLayoutChg>
        <pc:sldLayoutChg chg="add del">
          <pc:chgData name="saurav kumar" userId="8a083b85784beda6" providerId="LiveId" clId="{FAC1092B-871E-4A7C-AF0A-7B367F409DAB}" dt="2026-07-05T17:05:24.203" v="181" actId="26606"/>
          <pc:sldLayoutMkLst>
            <pc:docMk/>
            <pc:sldMasterMk cId="4024099231" sldId="2147483725"/>
            <pc:sldLayoutMk cId="3116485343" sldId="2147483722"/>
          </pc:sldLayoutMkLst>
        </pc:sldLayoutChg>
        <pc:sldLayoutChg chg="add del">
          <pc:chgData name="saurav kumar" userId="8a083b85784beda6" providerId="LiveId" clId="{FAC1092B-871E-4A7C-AF0A-7B367F409DAB}" dt="2026-07-05T17:05:24.203" v="181" actId="26606"/>
          <pc:sldLayoutMkLst>
            <pc:docMk/>
            <pc:sldMasterMk cId="4024099231" sldId="2147483725"/>
            <pc:sldLayoutMk cId="368802298" sldId="2147483723"/>
          </pc:sldLayoutMkLst>
        </pc:sldLayoutChg>
        <pc:sldLayoutChg chg="add del">
          <pc:chgData name="saurav kumar" userId="8a083b85784beda6" providerId="LiveId" clId="{FAC1092B-871E-4A7C-AF0A-7B367F409DAB}" dt="2026-07-05T17:05:24.203" v="181" actId="26606"/>
          <pc:sldLayoutMkLst>
            <pc:docMk/>
            <pc:sldMasterMk cId="4024099231" sldId="2147483725"/>
            <pc:sldLayoutMk cId="2785186553" sldId="2147483724"/>
          </pc:sldLayoutMkLst>
        </pc:sldLayoutChg>
      </pc:sldMasterChg>
      <pc:sldMasterChg chg="add del addSldLayout delSldLayout">
        <pc:chgData name="saurav kumar" userId="8a083b85784beda6" providerId="LiveId" clId="{FAC1092B-871E-4A7C-AF0A-7B367F409DAB}" dt="2026-07-05T17:05:29.980" v="183" actId="26606"/>
        <pc:sldMasterMkLst>
          <pc:docMk/>
          <pc:sldMasterMk cId="1185641021" sldId="2147483738"/>
        </pc:sldMasterMkLst>
        <pc:sldLayoutChg chg="add del">
          <pc:chgData name="saurav kumar" userId="8a083b85784beda6" providerId="LiveId" clId="{FAC1092B-871E-4A7C-AF0A-7B367F409DAB}" dt="2026-07-05T17:05:29.980" v="183" actId="26606"/>
          <pc:sldLayoutMkLst>
            <pc:docMk/>
            <pc:sldMasterMk cId="1185641021" sldId="2147483738"/>
            <pc:sldLayoutMk cId="983161184" sldId="2147483727"/>
          </pc:sldLayoutMkLst>
        </pc:sldLayoutChg>
        <pc:sldLayoutChg chg="add del">
          <pc:chgData name="saurav kumar" userId="8a083b85784beda6" providerId="LiveId" clId="{FAC1092B-871E-4A7C-AF0A-7B367F409DAB}" dt="2026-07-05T17:05:29.980" v="183" actId="26606"/>
          <pc:sldLayoutMkLst>
            <pc:docMk/>
            <pc:sldMasterMk cId="1185641021" sldId="2147483738"/>
            <pc:sldLayoutMk cId="2721538758" sldId="2147483728"/>
          </pc:sldLayoutMkLst>
        </pc:sldLayoutChg>
        <pc:sldLayoutChg chg="add del">
          <pc:chgData name="saurav kumar" userId="8a083b85784beda6" providerId="LiveId" clId="{FAC1092B-871E-4A7C-AF0A-7B367F409DAB}" dt="2026-07-05T17:05:29.980" v="183" actId="26606"/>
          <pc:sldLayoutMkLst>
            <pc:docMk/>
            <pc:sldMasterMk cId="1185641021" sldId="2147483738"/>
            <pc:sldLayoutMk cId="3656813227" sldId="2147483729"/>
          </pc:sldLayoutMkLst>
        </pc:sldLayoutChg>
        <pc:sldLayoutChg chg="add del">
          <pc:chgData name="saurav kumar" userId="8a083b85784beda6" providerId="LiveId" clId="{FAC1092B-871E-4A7C-AF0A-7B367F409DAB}" dt="2026-07-05T17:05:29.980" v="183" actId="26606"/>
          <pc:sldLayoutMkLst>
            <pc:docMk/>
            <pc:sldMasterMk cId="1185641021" sldId="2147483738"/>
            <pc:sldLayoutMk cId="1812660662" sldId="2147483730"/>
          </pc:sldLayoutMkLst>
        </pc:sldLayoutChg>
        <pc:sldLayoutChg chg="add del">
          <pc:chgData name="saurav kumar" userId="8a083b85784beda6" providerId="LiveId" clId="{FAC1092B-871E-4A7C-AF0A-7B367F409DAB}" dt="2026-07-05T17:05:29.980" v="183" actId="26606"/>
          <pc:sldLayoutMkLst>
            <pc:docMk/>
            <pc:sldMasterMk cId="1185641021" sldId="2147483738"/>
            <pc:sldLayoutMk cId="657966394" sldId="2147483731"/>
          </pc:sldLayoutMkLst>
        </pc:sldLayoutChg>
        <pc:sldLayoutChg chg="add del">
          <pc:chgData name="saurav kumar" userId="8a083b85784beda6" providerId="LiveId" clId="{FAC1092B-871E-4A7C-AF0A-7B367F409DAB}" dt="2026-07-05T17:05:29.980" v="183" actId="26606"/>
          <pc:sldLayoutMkLst>
            <pc:docMk/>
            <pc:sldMasterMk cId="1185641021" sldId="2147483738"/>
            <pc:sldLayoutMk cId="1300681444" sldId="2147483732"/>
          </pc:sldLayoutMkLst>
        </pc:sldLayoutChg>
        <pc:sldLayoutChg chg="add del">
          <pc:chgData name="saurav kumar" userId="8a083b85784beda6" providerId="LiveId" clId="{FAC1092B-871E-4A7C-AF0A-7B367F409DAB}" dt="2026-07-05T17:05:29.980" v="183" actId="26606"/>
          <pc:sldLayoutMkLst>
            <pc:docMk/>
            <pc:sldMasterMk cId="1185641021" sldId="2147483738"/>
            <pc:sldLayoutMk cId="2165156641" sldId="2147483733"/>
          </pc:sldLayoutMkLst>
        </pc:sldLayoutChg>
        <pc:sldLayoutChg chg="add del">
          <pc:chgData name="saurav kumar" userId="8a083b85784beda6" providerId="LiveId" clId="{FAC1092B-871E-4A7C-AF0A-7B367F409DAB}" dt="2026-07-05T17:05:29.980" v="183" actId="26606"/>
          <pc:sldLayoutMkLst>
            <pc:docMk/>
            <pc:sldMasterMk cId="1185641021" sldId="2147483738"/>
            <pc:sldLayoutMk cId="1091435045" sldId="2147483734"/>
          </pc:sldLayoutMkLst>
        </pc:sldLayoutChg>
        <pc:sldLayoutChg chg="add del">
          <pc:chgData name="saurav kumar" userId="8a083b85784beda6" providerId="LiveId" clId="{FAC1092B-871E-4A7C-AF0A-7B367F409DAB}" dt="2026-07-05T17:05:29.980" v="183" actId="26606"/>
          <pc:sldLayoutMkLst>
            <pc:docMk/>
            <pc:sldMasterMk cId="1185641021" sldId="2147483738"/>
            <pc:sldLayoutMk cId="1981764874" sldId="2147483735"/>
          </pc:sldLayoutMkLst>
        </pc:sldLayoutChg>
        <pc:sldLayoutChg chg="add del">
          <pc:chgData name="saurav kumar" userId="8a083b85784beda6" providerId="LiveId" clId="{FAC1092B-871E-4A7C-AF0A-7B367F409DAB}" dt="2026-07-05T17:05:29.980" v="183" actId="26606"/>
          <pc:sldLayoutMkLst>
            <pc:docMk/>
            <pc:sldMasterMk cId="1185641021" sldId="2147483738"/>
            <pc:sldLayoutMk cId="2409402518" sldId="2147483736"/>
          </pc:sldLayoutMkLst>
        </pc:sldLayoutChg>
        <pc:sldLayoutChg chg="add del">
          <pc:chgData name="saurav kumar" userId="8a083b85784beda6" providerId="LiveId" clId="{FAC1092B-871E-4A7C-AF0A-7B367F409DAB}" dt="2026-07-05T17:05:29.980" v="183" actId="26606"/>
          <pc:sldLayoutMkLst>
            <pc:docMk/>
            <pc:sldMasterMk cId="1185641021" sldId="2147483738"/>
            <pc:sldLayoutMk cId="937572779" sldId="2147483737"/>
          </pc:sldLayoutMkLst>
        </pc:sldLayoutChg>
      </pc:sldMasterChg>
      <pc:sldMasterChg chg="add del addSldLayout delSldLayout">
        <pc:chgData name="saurav kumar" userId="8a083b85784beda6" providerId="LiveId" clId="{FAC1092B-871E-4A7C-AF0A-7B367F409DAB}" dt="2026-07-05T17:05:41.589" v="190" actId="26606"/>
        <pc:sldMasterMkLst>
          <pc:docMk/>
          <pc:sldMasterMk cId="3685194605" sldId="2147483751"/>
        </pc:sldMasterMkLst>
        <pc:sldLayoutChg chg="add del">
          <pc:chgData name="saurav kumar" userId="8a083b85784beda6" providerId="LiveId" clId="{FAC1092B-871E-4A7C-AF0A-7B367F409DAB}" dt="2026-07-05T17:05:41.589" v="190" actId="26606"/>
          <pc:sldLayoutMkLst>
            <pc:docMk/>
            <pc:sldMasterMk cId="3685194605" sldId="2147483751"/>
            <pc:sldLayoutMk cId="1707344585" sldId="2147483740"/>
          </pc:sldLayoutMkLst>
        </pc:sldLayoutChg>
        <pc:sldLayoutChg chg="add del">
          <pc:chgData name="saurav kumar" userId="8a083b85784beda6" providerId="LiveId" clId="{FAC1092B-871E-4A7C-AF0A-7B367F409DAB}" dt="2026-07-05T17:05:41.589" v="190" actId="26606"/>
          <pc:sldLayoutMkLst>
            <pc:docMk/>
            <pc:sldMasterMk cId="3685194605" sldId="2147483751"/>
            <pc:sldLayoutMk cId="3934294092" sldId="2147483741"/>
          </pc:sldLayoutMkLst>
        </pc:sldLayoutChg>
        <pc:sldLayoutChg chg="add del">
          <pc:chgData name="saurav kumar" userId="8a083b85784beda6" providerId="LiveId" clId="{FAC1092B-871E-4A7C-AF0A-7B367F409DAB}" dt="2026-07-05T17:05:41.589" v="190" actId="26606"/>
          <pc:sldLayoutMkLst>
            <pc:docMk/>
            <pc:sldMasterMk cId="3685194605" sldId="2147483751"/>
            <pc:sldLayoutMk cId="3769238856" sldId="2147483742"/>
          </pc:sldLayoutMkLst>
        </pc:sldLayoutChg>
        <pc:sldLayoutChg chg="add del">
          <pc:chgData name="saurav kumar" userId="8a083b85784beda6" providerId="LiveId" clId="{FAC1092B-871E-4A7C-AF0A-7B367F409DAB}" dt="2026-07-05T17:05:41.589" v="190" actId="26606"/>
          <pc:sldLayoutMkLst>
            <pc:docMk/>
            <pc:sldMasterMk cId="3685194605" sldId="2147483751"/>
            <pc:sldLayoutMk cId="1788484382" sldId="2147483743"/>
          </pc:sldLayoutMkLst>
        </pc:sldLayoutChg>
        <pc:sldLayoutChg chg="add del">
          <pc:chgData name="saurav kumar" userId="8a083b85784beda6" providerId="LiveId" clId="{FAC1092B-871E-4A7C-AF0A-7B367F409DAB}" dt="2026-07-05T17:05:41.589" v="190" actId="26606"/>
          <pc:sldLayoutMkLst>
            <pc:docMk/>
            <pc:sldMasterMk cId="3685194605" sldId="2147483751"/>
            <pc:sldLayoutMk cId="594793595" sldId="2147483744"/>
          </pc:sldLayoutMkLst>
        </pc:sldLayoutChg>
        <pc:sldLayoutChg chg="add del">
          <pc:chgData name="saurav kumar" userId="8a083b85784beda6" providerId="LiveId" clId="{FAC1092B-871E-4A7C-AF0A-7B367F409DAB}" dt="2026-07-05T17:05:41.589" v="190" actId="26606"/>
          <pc:sldLayoutMkLst>
            <pc:docMk/>
            <pc:sldMasterMk cId="3685194605" sldId="2147483751"/>
            <pc:sldLayoutMk cId="606586303" sldId="2147483745"/>
          </pc:sldLayoutMkLst>
        </pc:sldLayoutChg>
        <pc:sldLayoutChg chg="add del">
          <pc:chgData name="saurav kumar" userId="8a083b85784beda6" providerId="LiveId" clId="{FAC1092B-871E-4A7C-AF0A-7B367F409DAB}" dt="2026-07-05T17:05:41.589" v="190" actId="26606"/>
          <pc:sldLayoutMkLst>
            <pc:docMk/>
            <pc:sldMasterMk cId="3685194605" sldId="2147483751"/>
            <pc:sldLayoutMk cId="1707388278" sldId="2147483746"/>
          </pc:sldLayoutMkLst>
        </pc:sldLayoutChg>
        <pc:sldLayoutChg chg="add del">
          <pc:chgData name="saurav kumar" userId="8a083b85784beda6" providerId="LiveId" clId="{FAC1092B-871E-4A7C-AF0A-7B367F409DAB}" dt="2026-07-05T17:05:41.589" v="190" actId="26606"/>
          <pc:sldLayoutMkLst>
            <pc:docMk/>
            <pc:sldMasterMk cId="3685194605" sldId="2147483751"/>
            <pc:sldLayoutMk cId="4138072022" sldId="2147483747"/>
          </pc:sldLayoutMkLst>
        </pc:sldLayoutChg>
        <pc:sldLayoutChg chg="add del">
          <pc:chgData name="saurav kumar" userId="8a083b85784beda6" providerId="LiveId" clId="{FAC1092B-871E-4A7C-AF0A-7B367F409DAB}" dt="2026-07-05T17:05:41.589" v="190" actId="26606"/>
          <pc:sldLayoutMkLst>
            <pc:docMk/>
            <pc:sldMasterMk cId="3685194605" sldId="2147483751"/>
            <pc:sldLayoutMk cId="3854027117" sldId="2147483748"/>
          </pc:sldLayoutMkLst>
        </pc:sldLayoutChg>
        <pc:sldLayoutChg chg="add del">
          <pc:chgData name="saurav kumar" userId="8a083b85784beda6" providerId="LiveId" clId="{FAC1092B-871E-4A7C-AF0A-7B367F409DAB}" dt="2026-07-05T17:05:41.589" v="190" actId="26606"/>
          <pc:sldLayoutMkLst>
            <pc:docMk/>
            <pc:sldMasterMk cId="3685194605" sldId="2147483751"/>
            <pc:sldLayoutMk cId="157043584" sldId="2147483749"/>
          </pc:sldLayoutMkLst>
        </pc:sldLayoutChg>
        <pc:sldLayoutChg chg="add del">
          <pc:chgData name="saurav kumar" userId="8a083b85784beda6" providerId="LiveId" clId="{FAC1092B-871E-4A7C-AF0A-7B367F409DAB}" dt="2026-07-05T17:05:41.589" v="190" actId="26606"/>
          <pc:sldLayoutMkLst>
            <pc:docMk/>
            <pc:sldMasterMk cId="3685194605" sldId="2147483751"/>
            <pc:sldLayoutMk cId="3606878426" sldId="2147483750"/>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D06002-C5C1-4EDF-A807-B2AB850D5F88}"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52A91BE3-EB44-4375-B882-80D3874414D1}">
      <dgm:prSet/>
      <dgm:spPr/>
      <dgm:t>
        <a:bodyPr/>
        <a:lstStyle/>
        <a:p>
          <a:r>
            <a:rPr lang="en-IN" b="1"/>
            <a:t>Optimize Discount Strategy</a:t>
          </a:r>
          <a:endParaRPr lang="en-US"/>
        </a:p>
      </dgm:t>
    </dgm:pt>
    <dgm:pt modelId="{6F323D51-3AE2-42FC-B6DF-402CFEC9F696}" type="parTrans" cxnId="{8FBB857A-311E-4146-98DB-378F0CCA0EB9}">
      <dgm:prSet/>
      <dgm:spPr/>
      <dgm:t>
        <a:bodyPr/>
        <a:lstStyle/>
        <a:p>
          <a:endParaRPr lang="en-US"/>
        </a:p>
      </dgm:t>
    </dgm:pt>
    <dgm:pt modelId="{59C9BBFB-0E89-4E34-B605-62EF2CFC2316}" type="sibTrans" cxnId="{8FBB857A-311E-4146-98DB-378F0CCA0EB9}">
      <dgm:prSet/>
      <dgm:spPr/>
      <dgm:t>
        <a:bodyPr/>
        <a:lstStyle/>
        <a:p>
          <a:endParaRPr lang="en-US"/>
        </a:p>
      </dgm:t>
    </dgm:pt>
    <dgm:pt modelId="{9C97657F-0B68-4E23-B63E-29F3936FD90D}">
      <dgm:prSet/>
      <dgm:spPr/>
      <dgm:t>
        <a:bodyPr/>
        <a:lstStyle/>
        <a:p>
          <a:r>
            <a:rPr lang="en-IN" b="1"/>
            <a:t>Focus on High-Profit Product Categories</a:t>
          </a:r>
          <a:endParaRPr lang="en-US"/>
        </a:p>
      </dgm:t>
    </dgm:pt>
    <dgm:pt modelId="{4C409D58-C2D1-474B-94C7-986C67656A50}" type="parTrans" cxnId="{8767B3F8-A6F5-4262-B6AA-4A8E9C9F4F67}">
      <dgm:prSet/>
      <dgm:spPr/>
      <dgm:t>
        <a:bodyPr/>
        <a:lstStyle/>
        <a:p>
          <a:endParaRPr lang="en-US"/>
        </a:p>
      </dgm:t>
    </dgm:pt>
    <dgm:pt modelId="{69455A98-8DB4-4D5D-8C9A-0565B9C5220B}" type="sibTrans" cxnId="{8767B3F8-A6F5-4262-B6AA-4A8E9C9F4F67}">
      <dgm:prSet/>
      <dgm:spPr/>
      <dgm:t>
        <a:bodyPr/>
        <a:lstStyle/>
        <a:p>
          <a:endParaRPr lang="en-US"/>
        </a:p>
      </dgm:t>
    </dgm:pt>
    <dgm:pt modelId="{C18C9E1C-349E-42B8-8059-6235972E991C}">
      <dgm:prSet/>
      <dgm:spPr/>
      <dgm:t>
        <a:bodyPr/>
        <a:lstStyle/>
        <a:p>
          <a:r>
            <a:rPr lang="en-IN" b="1"/>
            <a:t>Strengthen Customer Retention</a:t>
          </a:r>
          <a:endParaRPr lang="en-US"/>
        </a:p>
      </dgm:t>
    </dgm:pt>
    <dgm:pt modelId="{EB34CBFC-B7A3-43BB-9267-E38F5C09CE24}" type="parTrans" cxnId="{C2D34027-9342-4489-8A38-DCB12E77DFAB}">
      <dgm:prSet/>
      <dgm:spPr/>
      <dgm:t>
        <a:bodyPr/>
        <a:lstStyle/>
        <a:p>
          <a:endParaRPr lang="en-US"/>
        </a:p>
      </dgm:t>
    </dgm:pt>
    <dgm:pt modelId="{800BCC38-241E-47A8-9D1B-1BCF5E0A178F}" type="sibTrans" cxnId="{C2D34027-9342-4489-8A38-DCB12E77DFAB}">
      <dgm:prSet/>
      <dgm:spPr/>
      <dgm:t>
        <a:bodyPr/>
        <a:lstStyle/>
        <a:p>
          <a:endParaRPr lang="en-US"/>
        </a:p>
      </dgm:t>
    </dgm:pt>
    <dgm:pt modelId="{67603A4C-7AE5-4568-ACD3-BF9945D1B319}">
      <dgm:prSet/>
      <dgm:spPr/>
      <dgm:t>
        <a:bodyPr/>
        <a:lstStyle/>
        <a:p>
          <a:r>
            <a:rPr lang="en-IN" b="1"/>
            <a:t>Improve Regional Performance</a:t>
          </a:r>
          <a:endParaRPr lang="en-US"/>
        </a:p>
      </dgm:t>
    </dgm:pt>
    <dgm:pt modelId="{E52028DC-442C-4B9C-AE3C-6CFE1B4F7D0B}" type="parTrans" cxnId="{5A247048-22ED-4C2C-B7C3-A6EF8D000682}">
      <dgm:prSet/>
      <dgm:spPr/>
      <dgm:t>
        <a:bodyPr/>
        <a:lstStyle/>
        <a:p>
          <a:endParaRPr lang="en-US"/>
        </a:p>
      </dgm:t>
    </dgm:pt>
    <dgm:pt modelId="{085673DA-4DC4-46A8-B16D-48D74A99CECD}" type="sibTrans" cxnId="{5A247048-22ED-4C2C-B7C3-A6EF8D000682}">
      <dgm:prSet/>
      <dgm:spPr/>
      <dgm:t>
        <a:bodyPr/>
        <a:lstStyle/>
        <a:p>
          <a:endParaRPr lang="en-US"/>
        </a:p>
      </dgm:t>
    </dgm:pt>
    <dgm:pt modelId="{A432602F-7150-47E1-9BDF-A7CAF43A8EB0}">
      <dgm:prSet/>
      <dgm:spPr/>
      <dgm:t>
        <a:bodyPr/>
        <a:lstStyle/>
        <a:p>
          <a:r>
            <a:rPr lang="en-IN" b="1"/>
            <a:t>Improve Regional Performance</a:t>
          </a:r>
          <a:endParaRPr lang="en-US"/>
        </a:p>
      </dgm:t>
    </dgm:pt>
    <dgm:pt modelId="{C8F2DAC5-0589-4507-B489-572A61C4CDA2}" type="parTrans" cxnId="{FD4F6163-6081-4B94-88A3-CAC7E2CC2964}">
      <dgm:prSet/>
      <dgm:spPr/>
      <dgm:t>
        <a:bodyPr/>
        <a:lstStyle/>
        <a:p>
          <a:endParaRPr lang="en-US"/>
        </a:p>
      </dgm:t>
    </dgm:pt>
    <dgm:pt modelId="{46F855B2-BEC3-40BF-9A96-879038898102}" type="sibTrans" cxnId="{FD4F6163-6081-4B94-88A3-CAC7E2CC2964}">
      <dgm:prSet/>
      <dgm:spPr/>
      <dgm:t>
        <a:bodyPr/>
        <a:lstStyle/>
        <a:p>
          <a:endParaRPr lang="en-US"/>
        </a:p>
      </dgm:t>
    </dgm:pt>
    <dgm:pt modelId="{1E3C9FAB-9C2D-4EC4-8350-147CEAAEBE18}" type="pres">
      <dgm:prSet presAssocID="{C3D06002-C5C1-4EDF-A807-B2AB850D5F88}" presName="root" presStyleCnt="0">
        <dgm:presLayoutVars>
          <dgm:dir/>
          <dgm:resizeHandles val="exact"/>
        </dgm:presLayoutVars>
      </dgm:prSet>
      <dgm:spPr/>
    </dgm:pt>
    <dgm:pt modelId="{D1DC7C85-DD47-409E-B016-1C266F14F2AE}" type="pres">
      <dgm:prSet presAssocID="{52A91BE3-EB44-4375-B882-80D3874414D1}" presName="compNode" presStyleCnt="0"/>
      <dgm:spPr/>
    </dgm:pt>
    <dgm:pt modelId="{DE24A762-280C-48F3-A112-4C610EB95F23}" type="pres">
      <dgm:prSet presAssocID="{52A91BE3-EB44-4375-B882-80D3874414D1}"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Tag"/>
        </a:ext>
      </dgm:extLst>
    </dgm:pt>
    <dgm:pt modelId="{97A5E0A9-F862-4316-A21D-228CFAF60547}" type="pres">
      <dgm:prSet presAssocID="{52A91BE3-EB44-4375-B882-80D3874414D1}" presName="spaceRect" presStyleCnt="0"/>
      <dgm:spPr/>
    </dgm:pt>
    <dgm:pt modelId="{A02A558E-6AE0-4842-AE8F-18F5534474E7}" type="pres">
      <dgm:prSet presAssocID="{52A91BE3-EB44-4375-B882-80D3874414D1}" presName="textRect" presStyleLbl="revTx" presStyleIdx="0" presStyleCnt="5">
        <dgm:presLayoutVars>
          <dgm:chMax val="1"/>
          <dgm:chPref val="1"/>
        </dgm:presLayoutVars>
      </dgm:prSet>
      <dgm:spPr/>
    </dgm:pt>
    <dgm:pt modelId="{5074F080-386A-4914-8082-57D7BC4BEA99}" type="pres">
      <dgm:prSet presAssocID="{59C9BBFB-0E89-4E34-B605-62EF2CFC2316}" presName="sibTrans" presStyleCnt="0"/>
      <dgm:spPr/>
    </dgm:pt>
    <dgm:pt modelId="{8FE49E8E-C228-4FFC-B67F-C48BF04DDD68}" type="pres">
      <dgm:prSet presAssocID="{9C97657F-0B68-4E23-B63E-29F3936FD90D}" presName="compNode" presStyleCnt="0"/>
      <dgm:spPr/>
    </dgm:pt>
    <dgm:pt modelId="{013D1BF2-B074-4C39-9B0D-41C151AE93E2}" type="pres">
      <dgm:prSet presAssocID="{9C97657F-0B68-4E23-B63E-29F3936FD90D}"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265A96AC-39A3-432D-82CA-24D16FF150C6}" type="pres">
      <dgm:prSet presAssocID="{9C97657F-0B68-4E23-B63E-29F3936FD90D}" presName="spaceRect" presStyleCnt="0"/>
      <dgm:spPr/>
    </dgm:pt>
    <dgm:pt modelId="{B47BB827-9F81-4EBB-93BF-5AC87F635F90}" type="pres">
      <dgm:prSet presAssocID="{9C97657F-0B68-4E23-B63E-29F3936FD90D}" presName="textRect" presStyleLbl="revTx" presStyleIdx="1" presStyleCnt="5">
        <dgm:presLayoutVars>
          <dgm:chMax val="1"/>
          <dgm:chPref val="1"/>
        </dgm:presLayoutVars>
      </dgm:prSet>
      <dgm:spPr/>
    </dgm:pt>
    <dgm:pt modelId="{6B85846B-2C90-4099-BF7D-0EBCD093BC3D}" type="pres">
      <dgm:prSet presAssocID="{69455A98-8DB4-4D5D-8C9A-0565B9C5220B}" presName="sibTrans" presStyleCnt="0"/>
      <dgm:spPr/>
    </dgm:pt>
    <dgm:pt modelId="{4D5E8211-41BA-4E8D-A924-362CAE9B1B9A}" type="pres">
      <dgm:prSet presAssocID="{C18C9E1C-349E-42B8-8059-6235972E991C}" presName="compNode" presStyleCnt="0"/>
      <dgm:spPr/>
    </dgm:pt>
    <dgm:pt modelId="{2C4EB410-73DB-4F6F-A54E-68A14202F539}" type="pres">
      <dgm:prSet presAssocID="{C18C9E1C-349E-42B8-8059-6235972E991C}"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andshake"/>
        </a:ext>
      </dgm:extLst>
    </dgm:pt>
    <dgm:pt modelId="{E7C338A7-9C30-455D-8853-24AF980E7620}" type="pres">
      <dgm:prSet presAssocID="{C18C9E1C-349E-42B8-8059-6235972E991C}" presName="spaceRect" presStyleCnt="0"/>
      <dgm:spPr/>
    </dgm:pt>
    <dgm:pt modelId="{AFBB2A1C-A73F-4DC9-9DEA-D4E17F599ABB}" type="pres">
      <dgm:prSet presAssocID="{C18C9E1C-349E-42B8-8059-6235972E991C}" presName="textRect" presStyleLbl="revTx" presStyleIdx="2" presStyleCnt="5">
        <dgm:presLayoutVars>
          <dgm:chMax val="1"/>
          <dgm:chPref val="1"/>
        </dgm:presLayoutVars>
      </dgm:prSet>
      <dgm:spPr/>
    </dgm:pt>
    <dgm:pt modelId="{3B43CE79-F3E2-477D-A5DC-7B94D9EA6199}" type="pres">
      <dgm:prSet presAssocID="{800BCC38-241E-47A8-9D1B-1BCF5E0A178F}" presName="sibTrans" presStyleCnt="0"/>
      <dgm:spPr/>
    </dgm:pt>
    <dgm:pt modelId="{A7807205-8173-4CA8-992E-4FBCEAA9F3E7}" type="pres">
      <dgm:prSet presAssocID="{67603A4C-7AE5-4568-ACD3-BF9945D1B319}" presName="compNode" presStyleCnt="0"/>
      <dgm:spPr/>
    </dgm:pt>
    <dgm:pt modelId="{58374D95-8739-458F-B7C6-C4A892E24564}" type="pres">
      <dgm:prSet presAssocID="{67603A4C-7AE5-4568-ACD3-BF9945D1B319}"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pward trend"/>
        </a:ext>
      </dgm:extLst>
    </dgm:pt>
    <dgm:pt modelId="{F8243999-2B2C-4CBD-B791-B8585A0B8E6E}" type="pres">
      <dgm:prSet presAssocID="{67603A4C-7AE5-4568-ACD3-BF9945D1B319}" presName="spaceRect" presStyleCnt="0"/>
      <dgm:spPr/>
    </dgm:pt>
    <dgm:pt modelId="{5FCBF9E7-D002-47F5-B946-FA0710CC7C93}" type="pres">
      <dgm:prSet presAssocID="{67603A4C-7AE5-4568-ACD3-BF9945D1B319}" presName="textRect" presStyleLbl="revTx" presStyleIdx="3" presStyleCnt="5">
        <dgm:presLayoutVars>
          <dgm:chMax val="1"/>
          <dgm:chPref val="1"/>
        </dgm:presLayoutVars>
      </dgm:prSet>
      <dgm:spPr/>
    </dgm:pt>
    <dgm:pt modelId="{9606713A-C456-4A64-9F9C-7DFEAE43C081}" type="pres">
      <dgm:prSet presAssocID="{085673DA-4DC4-46A8-B16D-48D74A99CECD}" presName="sibTrans" presStyleCnt="0"/>
      <dgm:spPr/>
    </dgm:pt>
    <dgm:pt modelId="{1C828F7A-B9B6-4F11-B1A4-E9049031970C}" type="pres">
      <dgm:prSet presAssocID="{A432602F-7150-47E1-9BDF-A7CAF43A8EB0}" presName="compNode" presStyleCnt="0"/>
      <dgm:spPr/>
    </dgm:pt>
    <dgm:pt modelId="{E5E91712-3C14-4C4F-AE7C-3E5D827B8DD9}" type="pres">
      <dgm:prSet presAssocID="{A432602F-7150-47E1-9BDF-A7CAF43A8EB0}"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heckmark"/>
        </a:ext>
      </dgm:extLst>
    </dgm:pt>
    <dgm:pt modelId="{A9F1348B-FD63-44DB-99DB-59163BE1BA89}" type="pres">
      <dgm:prSet presAssocID="{A432602F-7150-47E1-9BDF-A7CAF43A8EB0}" presName="spaceRect" presStyleCnt="0"/>
      <dgm:spPr/>
    </dgm:pt>
    <dgm:pt modelId="{B49FA113-1B94-4796-8833-750907C7EF3A}" type="pres">
      <dgm:prSet presAssocID="{A432602F-7150-47E1-9BDF-A7CAF43A8EB0}" presName="textRect" presStyleLbl="revTx" presStyleIdx="4" presStyleCnt="5">
        <dgm:presLayoutVars>
          <dgm:chMax val="1"/>
          <dgm:chPref val="1"/>
        </dgm:presLayoutVars>
      </dgm:prSet>
      <dgm:spPr/>
    </dgm:pt>
  </dgm:ptLst>
  <dgm:cxnLst>
    <dgm:cxn modelId="{C2D34027-9342-4489-8A38-DCB12E77DFAB}" srcId="{C3D06002-C5C1-4EDF-A807-B2AB850D5F88}" destId="{C18C9E1C-349E-42B8-8059-6235972E991C}" srcOrd="2" destOrd="0" parTransId="{EB34CBFC-B7A3-43BB-9267-E38F5C09CE24}" sibTransId="{800BCC38-241E-47A8-9D1B-1BCF5E0A178F}"/>
    <dgm:cxn modelId="{B6C7743E-C5E9-4857-98C7-13BD25D9050F}" type="presOf" srcId="{C3D06002-C5C1-4EDF-A807-B2AB850D5F88}" destId="{1E3C9FAB-9C2D-4EC4-8350-147CEAAEBE18}" srcOrd="0" destOrd="0" presId="urn:microsoft.com/office/officeart/2018/2/layout/IconLabelList"/>
    <dgm:cxn modelId="{FD4F6163-6081-4B94-88A3-CAC7E2CC2964}" srcId="{C3D06002-C5C1-4EDF-A807-B2AB850D5F88}" destId="{A432602F-7150-47E1-9BDF-A7CAF43A8EB0}" srcOrd="4" destOrd="0" parTransId="{C8F2DAC5-0589-4507-B489-572A61C4CDA2}" sibTransId="{46F855B2-BEC3-40BF-9A96-879038898102}"/>
    <dgm:cxn modelId="{2F33EF65-C54D-42FE-B4A8-F649E65086DB}" type="presOf" srcId="{9C97657F-0B68-4E23-B63E-29F3936FD90D}" destId="{B47BB827-9F81-4EBB-93BF-5AC87F635F90}" srcOrd="0" destOrd="0" presId="urn:microsoft.com/office/officeart/2018/2/layout/IconLabelList"/>
    <dgm:cxn modelId="{5A247048-22ED-4C2C-B7C3-A6EF8D000682}" srcId="{C3D06002-C5C1-4EDF-A807-B2AB850D5F88}" destId="{67603A4C-7AE5-4568-ACD3-BF9945D1B319}" srcOrd="3" destOrd="0" parTransId="{E52028DC-442C-4B9C-AE3C-6CFE1B4F7D0B}" sibTransId="{085673DA-4DC4-46A8-B16D-48D74A99CECD}"/>
    <dgm:cxn modelId="{FE904558-B821-42E6-A075-45C04653A6A6}" type="presOf" srcId="{C18C9E1C-349E-42B8-8059-6235972E991C}" destId="{AFBB2A1C-A73F-4DC9-9DEA-D4E17F599ABB}" srcOrd="0" destOrd="0" presId="urn:microsoft.com/office/officeart/2018/2/layout/IconLabelList"/>
    <dgm:cxn modelId="{6C5DDC79-E93F-4EE2-A685-EBC7C7F527BA}" type="presOf" srcId="{A432602F-7150-47E1-9BDF-A7CAF43A8EB0}" destId="{B49FA113-1B94-4796-8833-750907C7EF3A}" srcOrd="0" destOrd="0" presId="urn:microsoft.com/office/officeart/2018/2/layout/IconLabelList"/>
    <dgm:cxn modelId="{8FBB857A-311E-4146-98DB-378F0CCA0EB9}" srcId="{C3D06002-C5C1-4EDF-A807-B2AB850D5F88}" destId="{52A91BE3-EB44-4375-B882-80D3874414D1}" srcOrd="0" destOrd="0" parTransId="{6F323D51-3AE2-42FC-B6DF-402CFEC9F696}" sibTransId="{59C9BBFB-0E89-4E34-B605-62EF2CFC2316}"/>
    <dgm:cxn modelId="{5ADA53D6-F873-4285-A684-282467127224}" type="presOf" srcId="{52A91BE3-EB44-4375-B882-80D3874414D1}" destId="{A02A558E-6AE0-4842-AE8F-18F5534474E7}" srcOrd="0" destOrd="0" presId="urn:microsoft.com/office/officeart/2018/2/layout/IconLabelList"/>
    <dgm:cxn modelId="{580576F0-89DB-4603-8AAE-D90466A9777E}" type="presOf" srcId="{67603A4C-7AE5-4568-ACD3-BF9945D1B319}" destId="{5FCBF9E7-D002-47F5-B946-FA0710CC7C93}" srcOrd="0" destOrd="0" presId="urn:microsoft.com/office/officeart/2018/2/layout/IconLabelList"/>
    <dgm:cxn modelId="{8767B3F8-A6F5-4262-B6AA-4A8E9C9F4F67}" srcId="{C3D06002-C5C1-4EDF-A807-B2AB850D5F88}" destId="{9C97657F-0B68-4E23-B63E-29F3936FD90D}" srcOrd="1" destOrd="0" parTransId="{4C409D58-C2D1-474B-94C7-986C67656A50}" sibTransId="{69455A98-8DB4-4D5D-8C9A-0565B9C5220B}"/>
    <dgm:cxn modelId="{E3374A24-2B3F-476B-8B2B-B81A6E8EFA35}" type="presParOf" srcId="{1E3C9FAB-9C2D-4EC4-8350-147CEAAEBE18}" destId="{D1DC7C85-DD47-409E-B016-1C266F14F2AE}" srcOrd="0" destOrd="0" presId="urn:microsoft.com/office/officeart/2018/2/layout/IconLabelList"/>
    <dgm:cxn modelId="{9D2A797D-69FC-472F-A205-4FA64DB67242}" type="presParOf" srcId="{D1DC7C85-DD47-409E-B016-1C266F14F2AE}" destId="{DE24A762-280C-48F3-A112-4C610EB95F23}" srcOrd="0" destOrd="0" presId="urn:microsoft.com/office/officeart/2018/2/layout/IconLabelList"/>
    <dgm:cxn modelId="{912BBF46-8E4D-44B4-98A9-2456BB84A434}" type="presParOf" srcId="{D1DC7C85-DD47-409E-B016-1C266F14F2AE}" destId="{97A5E0A9-F862-4316-A21D-228CFAF60547}" srcOrd="1" destOrd="0" presId="urn:microsoft.com/office/officeart/2018/2/layout/IconLabelList"/>
    <dgm:cxn modelId="{4D2A1544-93D6-4C44-8E8A-DD7A9896115B}" type="presParOf" srcId="{D1DC7C85-DD47-409E-B016-1C266F14F2AE}" destId="{A02A558E-6AE0-4842-AE8F-18F5534474E7}" srcOrd="2" destOrd="0" presId="urn:microsoft.com/office/officeart/2018/2/layout/IconLabelList"/>
    <dgm:cxn modelId="{AB68D4B1-E3DC-4C72-AC6D-8C2C00E9DA37}" type="presParOf" srcId="{1E3C9FAB-9C2D-4EC4-8350-147CEAAEBE18}" destId="{5074F080-386A-4914-8082-57D7BC4BEA99}" srcOrd="1" destOrd="0" presId="urn:microsoft.com/office/officeart/2018/2/layout/IconLabelList"/>
    <dgm:cxn modelId="{FEF1C295-5A1D-430B-9706-265736B3F550}" type="presParOf" srcId="{1E3C9FAB-9C2D-4EC4-8350-147CEAAEBE18}" destId="{8FE49E8E-C228-4FFC-B67F-C48BF04DDD68}" srcOrd="2" destOrd="0" presId="urn:microsoft.com/office/officeart/2018/2/layout/IconLabelList"/>
    <dgm:cxn modelId="{4ADEB45F-D8C9-49FB-AAAC-6655ACC76FE3}" type="presParOf" srcId="{8FE49E8E-C228-4FFC-B67F-C48BF04DDD68}" destId="{013D1BF2-B074-4C39-9B0D-41C151AE93E2}" srcOrd="0" destOrd="0" presId="urn:microsoft.com/office/officeart/2018/2/layout/IconLabelList"/>
    <dgm:cxn modelId="{4EE7D392-73DF-44C4-8520-59508281884E}" type="presParOf" srcId="{8FE49E8E-C228-4FFC-B67F-C48BF04DDD68}" destId="{265A96AC-39A3-432D-82CA-24D16FF150C6}" srcOrd="1" destOrd="0" presId="urn:microsoft.com/office/officeart/2018/2/layout/IconLabelList"/>
    <dgm:cxn modelId="{4D4B2F98-7983-436F-B342-982E679B787E}" type="presParOf" srcId="{8FE49E8E-C228-4FFC-B67F-C48BF04DDD68}" destId="{B47BB827-9F81-4EBB-93BF-5AC87F635F90}" srcOrd="2" destOrd="0" presId="urn:microsoft.com/office/officeart/2018/2/layout/IconLabelList"/>
    <dgm:cxn modelId="{1A48CECC-D9DE-4B2F-B875-7D05684A79A3}" type="presParOf" srcId="{1E3C9FAB-9C2D-4EC4-8350-147CEAAEBE18}" destId="{6B85846B-2C90-4099-BF7D-0EBCD093BC3D}" srcOrd="3" destOrd="0" presId="urn:microsoft.com/office/officeart/2018/2/layout/IconLabelList"/>
    <dgm:cxn modelId="{0D866ADD-3DDC-4BBE-A4E0-0B57517D52A9}" type="presParOf" srcId="{1E3C9FAB-9C2D-4EC4-8350-147CEAAEBE18}" destId="{4D5E8211-41BA-4E8D-A924-362CAE9B1B9A}" srcOrd="4" destOrd="0" presId="urn:microsoft.com/office/officeart/2018/2/layout/IconLabelList"/>
    <dgm:cxn modelId="{A14EA971-2AE7-4382-8E20-5ABC00B6B03A}" type="presParOf" srcId="{4D5E8211-41BA-4E8D-A924-362CAE9B1B9A}" destId="{2C4EB410-73DB-4F6F-A54E-68A14202F539}" srcOrd="0" destOrd="0" presId="urn:microsoft.com/office/officeart/2018/2/layout/IconLabelList"/>
    <dgm:cxn modelId="{1C1387A6-2010-4E00-ACD3-788C16B27E95}" type="presParOf" srcId="{4D5E8211-41BA-4E8D-A924-362CAE9B1B9A}" destId="{E7C338A7-9C30-455D-8853-24AF980E7620}" srcOrd="1" destOrd="0" presId="urn:microsoft.com/office/officeart/2018/2/layout/IconLabelList"/>
    <dgm:cxn modelId="{3AD603AF-820E-421E-B8B0-ED57AEA83163}" type="presParOf" srcId="{4D5E8211-41BA-4E8D-A924-362CAE9B1B9A}" destId="{AFBB2A1C-A73F-4DC9-9DEA-D4E17F599ABB}" srcOrd="2" destOrd="0" presId="urn:microsoft.com/office/officeart/2018/2/layout/IconLabelList"/>
    <dgm:cxn modelId="{2D3EB363-26C5-45CF-9285-D070B3C9BD93}" type="presParOf" srcId="{1E3C9FAB-9C2D-4EC4-8350-147CEAAEBE18}" destId="{3B43CE79-F3E2-477D-A5DC-7B94D9EA6199}" srcOrd="5" destOrd="0" presId="urn:microsoft.com/office/officeart/2018/2/layout/IconLabelList"/>
    <dgm:cxn modelId="{AB679006-C19B-44BC-90BB-7D43670F41A1}" type="presParOf" srcId="{1E3C9FAB-9C2D-4EC4-8350-147CEAAEBE18}" destId="{A7807205-8173-4CA8-992E-4FBCEAA9F3E7}" srcOrd="6" destOrd="0" presId="urn:microsoft.com/office/officeart/2018/2/layout/IconLabelList"/>
    <dgm:cxn modelId="{A5E5EF28-1922-4919-8AE6-9C884CCBEBE5}" type="presParOf" srcId="{A7807205-8173-4CA8-992E-4FBCEAA9F3E7}" destId="{58374D95-8739-458F-B7C6-C4A892E24564}" srcOrd="0" destOrd="0" presId="urn:microsoft.com/office/officeart/2018/2/layout/IconLabelList"/>
    <dgm:cxn modelId="{568546E7-91AF-4A11-8DFF-BC1722BA9CB8}" type="presParOf" srcId="{A7807205-8173-4CA8-992E-4FBCEAA9F3E7}" destId="{F8243999-2B2C-4CBD-B791-B8585A0B8E6E}" srcOrd="1" destOrd="0" presId="urn:microsoft.com/office/officeart/2018/2/layout/IconLabelList"/>
    <dgm:cxn modelId="{2A71FAF1-4395-4C2D-8F9F-B771F2A2B50D}" type="presParOf" srcId="{A7807205-8173-4CA8-992E-4FBCEAA9F3E7}" destId="{5FCBF9E7-D002-47F5-B946-FA0710CC7C93}" srcOrd="2" destOrd="0" presId="urn:microsoft.com/office/officeart/2018/2/layout/IconLabelList"/>
    <dgm:cxn modelId="{14622347-2AD5-43B9-B990-ACEDE311630A}" type="presParOf" srcId="{1E3C9FAB-9C2D-4EC4-8350-147CEAAEBE18}" destId="{9606713A-C456-4A64-9F9C-7DFEAE43C081}" srcOrd="7" destOrd="0" presId="urn:microsoft.com/office/officeart/2018/2/layout/IconLabelList"/>
    <dgm:cxn modelId="{D31F49FE-B605-42CB-8DF7-AA3C714C18ED}" type="presParOf" srcId="{1E3C9FAB-9C2D-4EC4-8350-147CEAAEBE18}" destId="{1C828F7A-B9B6-4F11-B1A4-E9049031970C}" srcOrd="8" destOrd="0" presId="urn:microsoft.com/office/officeart/2018/2/layout/IconLabelList"/>
    <dgm:cxn modelId="{DB256C91-F059-4536-8422-F698D46CCAF8}" type="presParOf" srcId="{1C828F7A-B9B6-4F11-B1A4-E9049031970C}" destId="{E5E91712-3C14-4C4F-AE7C-3E5D827B8DD9}" srcOrd="0" destOrd="0" presId="urn:microsoft.com/office/officeart/2018/2/layout/IconLabelList"/>
    <dgm:cxn modelId="{35FF769E-E66E-4692-85E9-8707B2572A6A}" type="presParOf" srcId="{1C828F7A-B9B6-4F11-B1A4-E9049031970C}" destId="{A9F1348B-FD63-44DB-99DB-59163BE1BA89}" srcOrd="1" destOrd="0" presId="urn:microsoft.com/office/officeart/2018/2/layout/IconLabelList"/>
    <dgm:cxn modelId="{90748B83-79AC-4EB0-8A3D-58C7E900C427}" type="presParOf" srcId="{1C828F7A-B9B6-4F11-B1A4-E9049031970C}" destId="{B49FA113-1B94-4796-8833-750907C7EF3A}"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F179860-5E03-4A67-A3BA-768A86654419}"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3D8B4747-415F-45C0-8227-DF65DFABC569}">
      <dgm:prSet/>
      <dgm:spPr/>
      <dgm:t>
        <a:bodyPr/>
        <a:lstStyle/>
        <a:p>
          <a:pPr>
            <a:lnSpc>
              <a:spcPct val="100000"/>
            </a:lnSpc>
          </a:pPr>
          <a:r>
            <a:rPr lang="en-IN"/>
            <a:t>An e-commerce company operates across multiple regions, customer segments, and product categories, generating thousands of sales transactions over time. Despite increasing sales, management lacks clear visibility into key business metrics such as profitability, customer purchasing behaviour, discount effectiveness, regional performance, and product profitability.</a:t>
          </a:r>
          <a:endParaRPr lang="en-US"/>
        </a:p>
      </dgm:t>
    </dgm:pt>
    <dgm:pt modelId="{418583EB-E886-476F-BCE3-AB3D5CB808B6}" type="parTrans" cxnId="{F5DA1F06-735D-4B7D-9C87-3BC4B7BFBE7D}">
      <dgm:prSet/>
      <dgm:spPr/>
      <dgm:t>
        <a:bodyPr/>
        <a:lstStyle/>
        <a:p>
          <a:endParaRPr lang="en-US"/>
        </a:p>
      </dgm:t>
    </dgm:pt>
    <dgm:pt modelId="{5679F8B7-A10A-4BA2-B5A4-E98DACC467C1}" type="sibTrans" cxnId="{F5DA1F06-735D-4B7D-9C87-3BC4B7BFBE7D}">
      <dgm:prSet/>
      <dgm:spPr/>
      <dgm:t>
        <a:bodyPr/>
        <a:lstStyle/>
        <a:p>
          <a:endParaRPr lang="en-US"/>
        </a:p>
      </dgm:t>
    </dgm:pt>
    <dgm:pt modelId="{A8B05EEC-4F24-4F9D-868E-10C9F77673E8}">
      <dgm:prSet/>
      <dgm:spPr/>
      <dgm:t>
        <a:bodyPr/>
        <a:lstStyle/>
        <a:p>
          <a:pPr>
            <a:lnSpc>
              <a:spcPct val="100000"/>
            </a:lnSpc>
          </a:pPr>
          <a:r>
            <a:rPr lang="en-IN"/>
            <a:t>The company aims to leverage historical sales data to identify factors affecting revenue and profit, optimize pricing and discount strategies, improve customer segmentation, streamline shipping operations, and enhance overall business performance.</a:t>
          </a:r>
          <a:endParaRPr lang="en-US"/>
        </a:p>
      </dgm:t>
    </dgm:pt>
    <dgm:pt modelId="{018D9551-E889-4AC1-AA62-BBCCFD3DD3C9}" type="parTrans" cxnId="{02378964-3EFE-46ED-B5CB-164C2BFB62E7}">
      <dgm:prSet/>
      <dgm:spPr/>
      <dgm:t>
        <a:bodyPr/>
        <a:lstStyle/>
        <a:p>
          <a:endParaRPr lang="en-US"/>
        </a:p>
      </dgm:t>
    </dgm:pt>
    <dgm:pt modelId="{00BDFFEC-7F30-4912-BAFF-E95C2021C214}" type="sibTrans" cxnId="{02378964-3EFE-46ED-B5CB-164C2BFB62E7}">
      <dgm:prSet/>
      <dgm:spPr/>
      <dgm:t>
        <a:bodyPr/>
        <a:lstStyle/>
        <a:p>
          <a:endParaRPr lang="en-US"/>
        </a:p>
      </dgm:t>
    </dgm:pt>
    <dgm:pt modelId="{3A667128-3940-4B08-9E37-A3503168AA85}">
      <dgm:prSet/>
      <dgm:spPr/>
      <dgm:t>
        <a:bodyPr/>
        <a:lstStyle/>
        <a:p>
          <a:pPr>
            <a:lnSpc>
              <a:spcPct val="100000"/>
            </a:lnSpc>
          </a:pPr>
          <a:r>
            <a:rPr lang="en-IN"/>
            <a:t>The objective of this project is to perform exploratory data analysis (EDA) and develop an interactive dashboard that provides actionable insights to support strategic decision-making and improve profitability.</a:t>
          </a:r>
          <a:endParaRPr lang="en-US"/>
        </a:p>
      </dgm:t>
    </dgm:pt>
    <dgm:pt modelId="{D959439F-2501-43D4-A3DF-39132EB7BAE3}" type="parTrans" cxnId="{73C508A5-2650-4C4A-BD96-98EBF1291DE5}">
      <dgm:prSet/>
      <dgm:spPr/>
      <dgm:t>
        <a:bodyPr/>
        <a:lstStyle/>
        <a:p>
          <a:endParaRPr lang="en-US"/>
        </a:p>
      </dgm:t>
    </dgm:pt>
    <dgm:pt modelId="{7CE44BA9-75D7-4606-B86D-79F1047E85C7}" type="sibTrans" cxnId="{73C508A5-2650-4C4A-BD96-98EBF1291DE5}">
      <dgm:prSet/>
      <dgm:spPr/>
      <dgm:t>
        <a:bodyPr/>
        <a:lstStyle/>
        <a:p>
          <a:endParaRPr lang="en-US"/>
        </a:p>
      </dgm:t>
    </dgm:pt>
    <dgm:pt modelId="{E6935130-D6A7-4FC6-8896-5B0F7F3D6F38}" type="pres">
      <dgm:prSet presAssocID="{DF179860-5E03-4A67-A3BA-768A86654419}" presName="root" presStyleCnt="0">
        <dgm:presLayoutVars>
          <dgm:dir/>
          <dgm:resizeHandles val="exact"/>
        </dgm:presLayoutVars>
      </dgm:prSet>
      <dgm:spPr/>
    </dgm:pt>
    <dgm:pt modelId="{71B8A76F-1D96-4194-95FD-3073C5D18907}" type="pres">
      <dgm:prSet presAssocID="{3D8B4747-415F-45C0-8227-DF65DFABC569}" presName="compNode" presStyleCnt="0"/>
      <dgm:spPr/>
    </dgm:pt>
    <dgm:pt modelId="{17D3B67D-91EB-4B51-800F-EC68D17EB6B0}" type="pres">
      <dgm:prSet presAssocID="{3D8B4747-415F-45C0-8227-DF65DFABC569}" presName="bgRect" presStyleLbl="bgShp" presStyleIdx="0" presStyleCnt="3"/>
      <dgm:spPr/>
    </dgm:pt>
    <dgm:pt modelId="{8538DC47-65EE-4591-B21C-AC5D4B3CC714}" type="pres">
      <dgm:prSet presAssocID="{3D8B4747-415F-45C0-8227-DF65DFABC569}"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ank"/>
        </a:ext>
      </dgm:extLst>
    </dgm:pt>
    <dgm:pt modelId="{31B3A445-E45C-474C-A25B-F4F23DE82331}" type="pres">
      <dgm:prSet presAssocID="{3D8B4747-415F-45C0-8227-DF65DFABC569}" presName="spaceRect" presStyleCnt="0"/>
      <dgm:spPr/>
    </dgm:pt>
    <dgm:pt modelId="{C9D2E96F-854B-4727-9A9C-89AC0D2DA0A7}" type="pres">
      <dgm:prSet presAssocID="{3D8B4747-415F-45C0-8227-DF65DFABC569}" presName="parTx" presStyleLbl="revTx" presStyleIdx="0" presStyleCnt="3">
        <dgm:presLayoutVars>
          <dgm:chMax val="0"/>
          <dgm:chPref val="0"/>
        </dgm:presLayoutVars>
      </dgm:prSet>
      <dgm:spPr/>
    </dgm:pt>
    <dgm:pt modelId="{9638D62F-2FCB-4156-AFD8-89996DC062A9}" type="pres">
      <dgm:prSet presAssocID="{5679F8B7-A10A-4BA2-B5A4-E98DACC467C1}" presName="sibTrans" presStyleCnt="0"/>
      <dgm:spPr/>
    </dgm:pt>
    <dgm:pt modelId="{3679360B-DF2D-46C1-BA0C-D03432633F0E}" type="pres">
      <dgm:prSet presAssocID="{A8B05EEC-4F24-4F9D-868E-10C9F77673E8}" presName="compNode" presStyleCnt="0"/>
      <dgm:spPr/>
    </dgm:pt>
    <dgm:pt modelId="{991697C9-13F6-42AB-B4FB-022AB930C428}" type="pres">
      <dgm:prSet presAssocID="{A8B05EEC-4F24-4F9D-868E-10C9F77673E8}" presName="bgRect" presStyleLbl="bgShp" presStyleIdx="1" presStyleCnt="3"/>
      <dgm:spPr/>
    </dgm:pt>
    <dgm:pt modelId="{922A109A-54FD-4D2E-AFB3-4586E8774A91}" type="pres">
      <dgm:prSet presAssocID="{A8B05EEC-4F24-4F9D-868E-10C9F77673E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5CABEE3B-E523-445A-81F6-E21E1D95875A}" type="pres">
      <dgm:prSet presAssocID="{A8B05EEC-4F24-4F9D-868E-10C9F77673E8}" presName="spaceRect" presStyleCnt="0"/>
      <dgm:spPr/>
    </dgm:pt>
    <dgm:pt modelId="{69B3D519-0E97-415B-B5C3-66FDAEF8161E}" type="pres">
      <dgm:prSet presAssocID="{A8B05EEC-4F24-4F9D-868E-10C9F77673E8}" presName="parTx" presStyleLbl="revTx" presStyleIdx="1" presStyleCnt="3">
        <dgm:presLayoutVars>
          <dgm:chMax val="0"/>
          <dgm:chPref val="0"/>
        </dgm:presLayoutVars>
      </dgm:prSet>
      <dgm:spPr/>
    </dgm:pt>
    <dgm:pt modelId="{84E6FFE3-4F08-4D16-BB70-A0202160B3C8}" type="pres">
      <dgm:prSet presAssocID="{00BDFFEC-7F30-4912-BAFF-E95C2021C214}" presName="sibTrans" presStyleCnt="0"/>
      <dgm:spPr/>
    </dgm:pt>
    <dgm:pt modelId="{2B7062D9-5D20-41F0-AE8B-F723AD6C5DE3}" type="pres">
      <dgm:prSet presAssocID="{3A667128-3940-4B08-9E37-A3503168AA85}" presName="compNode" presStyleCnt="0"/>
      <dgm:spPr/>
    </dgm:pt>
    <dgm:pt modelId="{CB6FDA6C-005B-402D-B4CB-27BA28080ECE}" type="pres">
      <dgm:prSet presAssocID="{3A667128-3940-4B08-9E37-A3503168AA85}" presName="bgRect" presStyleLbl="bgShp" presStyleIdx="2" presStyleCnt="3"/>
      <dgm:spPr/>
    </dgm:pt>
    <dgm:pt modelId="{C342AD22-A889-457B-9DAA-59612D8344E6}" type="pres">
      <dgm:prSet presAssocID="{3A667128-3940-4B08-9E37-A3503168AA8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tatistics"/>
        </a:ext>
      </dgm:extLst>
    </dgm:pt>
    <dgm:pt modelId="{1A46C6D1-F5CD-4435-B00F-84EEFB4A2AA6}" type="pres">
      <dgm:prSet presAssocID="{3A667128-3940-4B08-9E37-A3503168AA85}" presName="spaceRect" presStyleCnt="0"/>
      <dgm:spPr/>
    </dgm:pt>
    <dgm:pt modelId="{B0DE2BD2-6C63-4BE5-AA71-E5E4E9D0C949}" type="pres">
      <dgm:prSet presAssocID="{3A667128-3940-4B08-9E37-A3503168AA85}" presName="parTx" presStyleLbl="revTx" presStyleIdx="2" presStyleCnt="3">
        <dgm:presLayoutVars>
          <dgm:chMax val="0"/>
          <dgm:chPref val="0"/>
        </dgm:presLayoutVars>
      </dgm:prSet>
      <dgm:spPr/>
    </dgm:pt>
  </dgm:ptLst>
  <dgm:cxnLst>
    <dgm:cxn modelId="{F5DA1F06-735D-4B7D-9C87-3BC4B7BFBE7D}" srcId="{DF179860-5E03-4A67-A3BA-768A86654419}" destId="{3D8B4747-415F-45C0-8227-DF65DFABC569}" srcOrd="0" destOrd="0" parTransId="{418583EB-E886-476F-BCE3-AB3D5CB808B6}" sibTransId="{5679F8B7-A10A-4BA2-B5A4-E98DACC467C1}"/>
    <dgm:cxn modelId="{645C4A22-BE11-487F-8B84-B8C06FF4FA99}" type="presOf" srcId="{3D8B4747-415F-45C0-8227-DF65DFABC569}" destId="{C9D2E96F-854B-4727-9A9C-89AC0D2DA0A7}" srcOrd="0" destOrd="0" presId="urn:microsoft.com/office/officeart/2018/2/layout/IconVerticalSolidList"/>
    <dgm:cxn modelId="{57EC1723-22B4-4285-BB47-042DFED83785}" type="presOf" srcId="{3A667128-3940-4B08-9E37-A3503168AA85}" destId="{B0DE2BD2-6C63-4BE5-AA71-E5E4E9D0C949}" srcOrd="0" destOrd="0" presId="urn:microsoft.com/office/officeart/2018/2/layout/IconVerticalSolidList"/>
    <dgm:cxn modelId="{2B280034-135F-4E2F-82F8-0C3EC478DCE7}" type="presOf" srcId="{DF179860-5E03-4A67-A3BA-768A86654419}" destId="{E6935130-D6A7-4FC6-8896-5B0F7F3D6F38}" srcOrd="0" destOrd="0" presId="urn:microsoft.com/office/officeart/2018/2/layout/IconVerticalSolidList"/>
    <dgm:cxn modelId="{02378964-3EFE-46ED-B5CB-164C2BFB62E7}" srcId="{DF179860-5E03-4A67-A3BA-768A86654419}" destId="{A8B05EEC-4F24-4F9D-868E-10C9F77673E8}" srcOrd="1" destOrd="0" parTransId="{018D9551-E889-4AC1-AA62-BBCCFD3DD3C9}" sibTransId="{00BDFFEC-7F30-4912-BAFF-E95C2021C214}"/>
    <dgm:cxn modelId="{73C508A5-2650-4C4A-BD96-98EBF1291DE5}" srcId="{DF179860-5E03-4A67-A3BA-768A86654419}" destId="{3A667128-3940-4B08-9E37-A3503168AA85}" srcOrd="2" destOrd="0" parTransId="{D959439F-2501-43D4-A3DF-39132EB7BAE3}" sibTransId="{7CE44BA9-75D7-4606-B86D-79F1047E85C7}"/>
    <dgm:cxn modelId="{A6A948AE-5285-444C-8306-C83ED406874B}" type="presOf" srcId="{A8B05EEC-4F24-4F9D-868E-10C9F77673E8}" destId="{69B3D519-0E97-415B-B5C3-66FDAEF8161E}" srcOrd="0" destOrd="0" presId="urn:microsoft.com/office/officeart/2018/2/layout/IconVerticalSolidList"/>
    <dgm:cxn modelId="{08333562-0796-4FD0-9082-0F3F9D92078C}" type="presParOf" srcId="{E6935130-D6A7-4FC6-8896-5B0F7F3D6F38}" destId="{71B8A76F-1D96-4194-95FD-3073C5D18907}" srcOrd="0" destOrd="0" presId="urn:microsoft.com/office/officeart/2018/2/layout/IconVerticalSolidList"/>
    <dgm:cxn modelId="{8512AEDD-6159-48AA-8D8E-0C805A062D5D}" type="presParOf" srcId="{71B8A76F-1D96-4194-95FD-3073C5D18907}" destId="{17D3B67D-91EB-4B51-800F-EC68D17EB6B0}" srcOrd="0" destOrd="0" presId="urn:microsoft.com/office/officeart/2018/2/layout/IconVerticalSolidList"/>
    <dgm:cxn modelId="{D0A39D32-B123-4BA1-847F-3AC74EE1895A}" type="presParOf" srcId="{71B8A76F-1D96-4194-95FD-3073C5D18907}" destId="{8538DC47-65EE-4591-B21C-AC5D4B3CC714}" srcOrd="1" destOrd="0" presId="urn:microsoft.com/office/officeart/2018/2/layout/IconVerticalSolidList"/>
    <dgm:cxn modelId="{7736C5D0-2523-4B97-9087-6B0C1230013B}" type="presParOf" srcId="{71B8A76F-1D96-4194-95FD-3073C5D18907}" destId="{31B3A445-E45C-474C-A25B-F4F23DE82331}" srcOrd="2" destOrd="0" presId="urn:microsoft.com/office/officeart/2018/2/layout/IconVerticalSolidList"/>
    <dgm:cxn modelId="{D41AD7EC-F824-4C90-A4E0-19505D657A2E}" type="presParOf" srcId="{71B8A76F-1D96-4194-95FD-3073C5D18907}" destId="{C9D2E96F-854B-4727-9A9C-89AC0D2DA0A7}" srcOrd="3" destOrd="0" presId="urn:microsoft.com/office/officeart/2018/2/layout/IconVerticalSolidList"/>
    <dgm:cxn modelId="{4538C1F1-C7FB-4E89-8A54-FBFA7D3E137B}" type="presParOf" srcId="{E6935130-D6A7-4FC6-8896-5B0F7F3D6F38}" destId="{9638D62F-2FCB-4156-AFD8-89996DC062A9}" srcOrd="1" destOrd="0" presId="urn:microsoft.com/office/officeart/2018/2/layout/IconVerticalSolidList"/>
    <dgm:cxn modelId="{94DE06D3-51BA-41FA-9458-56705644B6DD}" type="presParOf" srcId="{E6935130-D6A7-4FC6-8896-5B0F7F3D6F38}" destId="{3679360B-DF2D-46C1-BA0C-D03432633F0E}" srcOrd="2" destOrd="0" presId="urn:microsoft.com/office/officeart/2018/2/layout/IconVerticalSolidList"/>
    <dgm:cxn modelId="{38182471-4182-4FF1-B62D-93A7B93300F4}" type="presParOf" srcId="{3679360B-DF2D-46C1-BA0C-D03432633F0E}" destId="{991697C9-13F6-42AB-B4FB-022AB930C428}" srcOrd="0" destOrd="0" presId="urn:microsoft.com/office/officeart/2018/2/layout/IconVerticalSolidList"/>
    <dgm:cxn modelId="{0F582D8D-B657-46CC-8709-B9DF88C26591}" type="presParOf" srcId="{3679360B-DF2D-46C1-BA0C-D03432633F0E}" destId="{922A109A-54FD-4D2E-AFB3-4586E8774A91}" srcOrd="1" destOrd="0" presId="urn:microsoft.com/office/officeart/2018/2/layout/IconVerticalSolidList"/>
    <dgm:cxn modelId="{9C59F7B4-1733-473A-86F8-71E5BDDE563E}" type="presParOf" srcId="{3679360B-DF2D-46C1-BA0C-D03432633F0E}" destId="{5CABEE3B-E523-445A-81F6-E21E1D95875A}" srcOrd="2" destOrd="0" presId="urn:microsoft.com/office/officeart/2018/2/layout/IconVerticalSolidList"/>
    <dgm:cxn modelId="{DDB11153-B8DC-4417-B9DA-32C7060CC1C2}" type="presParOf" srcId="{3679360B-DF2D-46C1-BA0C-D03432633F0E}" destId="{69B3D519-0E97-415B-B5C3-66FDAEF8161E}" srcOrd="3" destOrd="0" presId="urn:microsoft.com/office/officeart/2018/2/layout/IconVerticalSolidList"/>
    <dgm:cxn modelId="{0693DD06-9C7D-40A5-A7D3-F98C0661BC8A}" type="presParOf" srcId="{E6935130-D6A7-4FC6-8896-5B0F7F3D6F38}" destId="{84E6FFE3-4F08-4D16-BB70-A0202160B3C8}" srcOrd="3" destOrd="0" presId="urn:microsoft.com/office/officeart/2018/2/layout/IconVerticalSolidList"/>
    <dgm:cxn modelId="{1FF0164B-6DE7-4E1D-A7DB-8037894DDC3E}" type="presParOf" srcId="{E6935130-D6A7-4FC6-8896-5B0F7F3D6F38}" destId="{2B7062D9-5D20-41F0-AE8B-F723AD6C5DE3}" srcOrd="4" destOrd="0" presId="urn:microsoft.com/office/officeart/2018/2/layout/IconVerticalSolidList"/>
    <dgm:cxn modelId="{565E6AF5-388C-44EF-B1E4-7DDF4C2EE3D7}" type="presParOf" srcId="{2B7062D9-5D20-41F0-AE8B-F723AD6C5DE3}" destId="{CB6FDA6C-005B-402D-B4CB-27BA28080ECE}" srcOrd="0" destOrd="0" presId="urn:microsoft.com/office/officeart/2018/2/layout/IconVerticalSolidList"/>
    <dgm:cxn modelId="{CD9AF5D5-5797-4748-A758-0FCA2A7E511A}" type="presParOf" srcId="{2B7062D9-5D20-41F0-AE8B-F723AD6C5DE3}" destId="{C342AD22-A889-457B-9DAA-59612D8344E6}" srcOrd="1" destOrd="0" presId="urn:microsoft.com/office/officeart/2018/2/layout/IconVerticalSolidList"/>
    <dgm:cxn modelId="{DFD47F66-305B-4751-A8F3-077E1F183AD2}" type="presParOf" srcId="{2B7062D9-5D20-41F0-AE8B-F723AD6C5DE3}" destId="{1A46C6D1-F5CD-4435-B00F-84EEFB4A2AA6}" srcOrd="2" destOrd="0" presId="urn:microsoft.com/office/officeart/2018/2/layout/IconVerticalSolidList"/>
    <dgm:cxn modelId="{64C813A1-A7CC-471D-B06D-1D2450E7FCCB}" type="presParOf" srcId="{2B7062D9-5D20-41F0-AE8B-F723AD6C5DE3}" destId="{B0DE2BD2-6C63-4BE5-AA71-E5E4E9D0C94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24A762-280C-48F3-A112-4C610EB95F23}">
      <dsp:nvSpPr>
        <dsp:cNvPr id="0" name=""/>
        <dsp:cNvSpPr/>
      </dsp:nvSpPr>
      <dsp:spPr>
        <a:xfrm>
          <a:off x="881514" y="1194610"/>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2A558E-6AE0-4842-AE8F-18F5534474E7}">
      <dsp:nvSpPr>
        <dsp:cNvPr id="0" name=""/>
        <dsp:cNvSpPr/>
      </dsp:nvSpPr>
      <dsp:spPr>
        <a:xfrm>
          <a:off x="386514" y="2274618"/>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IN" sz="1600" b="1" kern="1200"/>
            <a:t>Optimize Discount Strategy</a:t>
          </a:r>
          <a:endParaRPr lang="en-US" sz="1600" kern="1200"/>
        </a:p>
      </dsp:txBody>
      <dsp:txXfrm>
        <a:off x="386514" y="2274618"/>
        <a:ext cx="1800000" cy="720000"/>
      </dsp:txXfrm>
    </dsp:sp>
    <dsp:sp modelId="{013D1BF2-B074-4C39-9B0D-41C151AE93E2}">
      <dsp:nvSpPr>
        <dsp:cNvPr id="0" name=""/>
        <dsp:cNvSpPr/>
      </dsp:nvSpPr>
      <dsp:spPr>
        <a:xfrm>
          <a:off x="2996514" y="1194610"/>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47BB827-9F81-4EBB-93BF-5AC87F635F90}">
      <dsp:nvSpPr>
        <dsp:cNvPr id="0" name=""/>
        <dsp:cNvSpPr/>
      </dsp:nvSpPr>
      <dsp:spPr>
        <a:xfrm>
          <a:off x="2501514" y="2274618"/>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IN" sz="1600" b="1" kern="1200"/>
            <a:t>Focus on High-Profit Product Categories</a:t>
          </a:r>
          <a:endParaRPr lang="en-US" sz="1600" kern="1200"/>
        </a:p>
      </dsp:txBody>
      <dsp:txXfrm>
        <a:off x="2501514" y="2274618"/>
        <a:ext cx="1800000" cy="720000"/>
      </dsp:txXfrm>
    </dsp:sp>
    <dsp:sp modelId="{2C4EB410-73DB-4F6F-A54E-68A14202F539}">
      <dsp:nvSpPr>
        <dsp:cNvPr id="0" name=""/>
        <dsp:cNvSpPr/>
      </dsp:nvSpPr>
      <dsp:spPr>
        <a:xfrm>
          <a:off x="5111514" y="1194610"/>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FBB2A1C-A73F-4DC9-9DEA-D4E17F599ABB}">
      <dsp:nvSpPr>
        <dsp:cNvPr id="0" name=""/>
        <dsp:cNvSpPr/>
      </dsp:nvSpPr>
      <dsp:spPr>
        <a:xfrm>
          <a:off x="4616514" y="2274618"/>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IN" sz="1600" b="1" kern="1200"/>
            <a:t>Strengthen Customer Retention</a:t>
          </a:r>
          <a:endParaRPr lang="en-US" sz="1600" kern="1200"/>
        </a:p>
      </dsp:txBody>
      <dsp:txXfrm>
        <a:off x="4616514" y="2274618"/>
        <a:ext cx="1800000" cy="720000"/>
      </dsp:txXfrm>
    </dsp:sp>
    <dsp:sp modelId="{58374D95-8739-458F-B7C6-C4A892E24564}">
      <dsp:nvSpPr>
        <dsp:cNvPr id="0" name=""/>
        <dsp:cNvSpPr/>
      </dsp:nvSpPr>
      <dsp:spPr>
        <a:xfrm>
          <a:off x="7226514" y="1194610"/>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CBF9E7-D002-47F5-B946-FA0710CC7C93}">
      <dsp:nvSpPr>
        <dsp:cNvPr id="0" name=""/>
        <dsp:cNvSpPr/>
      </dsp:nvSpPr>
      <dsp:spPr>
        <a:xfrm>
          <a:off x="6731514" y="2274618"/>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IN" sz="1600" b="1" kern="1200"/>
            <a:t>Improve Regional Performance</a:t>
          </a:r>
          <a:endParaRPr lang="en-US" sz="1600" kern="1200"/>
        </a:p>
      </dsp:txBody>
      <dsp:txXfrm>
        <a:off x="6731514" y="2274618"/>
        <a:ext cx="1800000" cy="720000"/>
      </dsp:txXfrm>
    </dsp:sp>
    <dsp:sp modelId="{E5E91712-3C14-4C4F-AE7C-3E5D827B8DD9}">
      <dsp:nvSpPr>
        <dsp:cNvPr id="0" name=""/>
        <dsp:cNvSpPr/>
      </dsp:nvSpPr>
      <dsp:spPr>
        <a:xfrm>
          <a:off x="9341514" y="1194610"/>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49FA113-1B94-4796-8833-750907C7EF3A}">
      <dsp:nvSpPr>
        <dsp:cNvPr id="0" name=""/>
        <dsp:cNvSpPr/>
      </dsp:nvSpPr>
      <dsp:spPr>
        <a:xfrm>
          <a:off x="8846514" y="2274618"/>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IN" sz="1600" b="1" kern="1200"/>
            <a:t>Improve Regional Performance</a:t>
          </a:r>
          <a:endParaRPr lang="en-US" sz="1600" kern="1200"/>
        </a:p>
      </dsp:txBody>
      <dsp:txXfrm>
        <a:off x="8846514" y="2274618"/>
        <a:ext cx="18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D3B67D-91EB-4B51-800F-EC68D17EB6B0}">
      <dsp:nvSpPr>
        <dsp:cNvPr id="0" name=""/>
        <dsp:cNvSpPr/>
      </dsp:nvSpPr>
      <dsp:spPr>
        <a:xfrm>
          <a:off x="0" y="2938"/>
          <a:ext cx="5929422" cy="6417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38DC47-65EE-4591-B21C-AC5D4B3CC714}">
      <dsp:nvSpPr>
        <dsp:cNvPr id="0" name=""/>
        <dsp:cNvSpPr/>
      </dsp:nvSpPr>
      <dsp:spPr>
        <a:xfrm>
          <a:off x="194130" y="147333"/>
          <a:ext cx="353310" cy="35296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9D2E96F-854B-4727-9A9C-89AC0D2DA0A7}">
      <dsp:nvSpPr>
        <dsp:cNvPr id="0" name=""/>
        <dsp:cNvSpPr/>
      </dsp:nvSpPr>
      <dsp:spPr>
        <a:xfrm>
          <a:off x="741571" y="2938"/>
          <a:ext cx="4410188" cy="1022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246" tIns="108246" rIns="108246" bIns="108246" numCol="1" spcCol="1270" anchor="ctr" anchorCtr="0">
          <a:noAutofit/>
        </a:bodyPr>
        <a:lstStyle/>
        <a:p>
          <a:pPr marL="0" lvl="0" indent="0" algn="l" defTabSz="622300">
            <a:lnSpc>
              <a:spcPct val="100000"/>
            </a:lnSpc>
            <a:spcBef>
              <a:spcPct val="0"/>
            </a:spcBef>
            <a:spcAft>
              <a:spcPct val="35000"/>
            </a:spcAft>
            <a:buNone/>
          </a:pPr>
          <a:r>
            <a:rPr lang="en-IN" sz="1400" kern="1200"/>
            <a:t>An e-commerce company operates across multiple regions, customer segments, and product categories, generating thousands of sales transactions over time. Despite increasing sales, management lacks clear visibility into key business metrics such as profitability, customer purchasing behaviour, discount effectiveness, regional performance, and product profitability.</a:t>
          </a:r>
          <a:endParaRPr lang="en-US" sz="1400" kern="1200"/>
        </a:p>
      </dsp:txBody>
      <dsp:txXfrm>
        <a:off x="741571" y="2938"/>
        <a:ext cx="4410188" cy="1022796"/>
      </dsp:txXfrm>
    </dsp:sp>
    <dsp:sp modelId="{991697C9-13F6-42AB-B4FB-022AB930C428}">
      <dsp:nvSpPr>
        <dsp:cNvPr id="0" name=""/>
        <dsp:cNvSpPr/>
      </dsp:nvSpPr>
      <dsp:spPr>
        <a:xfrm>
          <a:off x="0" y="1149711"/>
          <a:ext cx="5929422" cy="6417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2A109A-54FD-4D2E-AFB3-4586E8774A91}">
      <dsp:nvSpPr>
        <dsp:cNvPr id="0" name=""/>
        <dsp:cNvSpPr/>
      </dsp:nvSpPr>
      <dsp:spPr>
        <a:xfrm>
          <a:off x="194130" y="1294105"/>
          <a:ext cx="353310" cy="35296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B3D519-0E97-415B-B5C3-66FDAEF8161E}">
      <dsp:nvSpPr>
        <dsp:cNvPr id="0" name=""/>
        <dsp:cNvSpPr/>
      </dsp:nvSpPr>
      <dsp:spPr>
        <a:xfrm>
          <a:off x="741571" y="1149711"/>
          <a:ext cx="4410188" cy="1022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246" tIns="108246" rIns="108246" bIns="108246" numCol="1" spcCol="1270" anchor="ctr" anchorCtr="0">
          <a:noAutofit/>
        </a:bodyPr>
        <a:lstStyle/>
        <a:p>
          <a:pPr marL="0" lvl="0" indent="0" algn="l" defTabSz="622300">
            <a:lnSpc>
              <a:spcPct val="100000"/>
            </a:lnSpc>
            <a:spcBef>
              <a:spcPct val="0"/>
            </a:spcBef>
            <a:spcAft>
              <a:spcPct val="35000"/>
            </a:spcAft>
            <a:buNone/>
          </a:pPr>
          <a:r>
            <a:rPr lang="en-IN" sz="1400" kern="1200"/>
            <a:t>The company aims to leverage historical sales data to identify factors affecting revenue and profit, optimize pricing and discount strategies, improve customer segmentation, streamline shipping operations, and enhance overall business performance.</a:t>
          </a:r>
          <a:endParaRPr lang="en-US" sz="1400" kern="1200"/>
        </a:p>
      </dsp:txBody>
      <dsp:txXfrm>
        <a:off x="741571" y="1149711"/>
        <a:ext cx="4410188" cy="1022796"/>
      </dsp:txXfrm>
    </dsp:sp>
    <dsp:sp modelId="{CB6FDA6C-005B-402D-B4CB-27BA28080ECE}">
      <dsp:nvSpPr>
        <dsp:cNvPr id="0" name=""/>
        <dsp:cNvSpPr/>
      </dsp:nvSpPr>
      <dsp:spPr>
        <a:xfrm>
          <a:off x="0" y="2296483"/>
          <a:ext cx="5929422" cy="6417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42AD22-A889-457B-9DAA-59612D8344E6}">
      <dsp:nvSpPr>
        <dsp:cNvPr id="0" name=""/>
        <dsp:cNvSpPr/>
      </dsp:nvSpPr>
      <dsp:spPr>
        <a:xfrm>
          <a:off x="194130" y="2440878"/>
          <a:ext cx="353310" cy="35296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DE2BD2-6C63-4BE5-AA71-E5E4E9D0C949}">
      <dsp:nvSpPr>
        <dsp:cNvPr id="0" name=""/>
        <dsp:cNvSpPr/>
      </dsp:nvSpPr>
      <dsp:spPr>
        <a:xfrm>
          <a:off x="741571" y="2296483"/>
          <a:ext cx="4410188" cy="1022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246" tIns="108246" rIns="108246" bIns="108246" numCol="1" spcCol="1270" anchor="ctr" anchorCtr="0">
          <a:noAutofit/>
        </a:bodyPr>
        <a:lstStyle/>
        <a:p>
          <a:pPr marL="0" lvl="0" indent="0" algn="l" defTabSz="622300">
            <a:lnSpc>
              <a:spcPct val="100000"/>
            </a:lnSpc>
            <a:spcBef>
              <a:spcPct val="0"/>
            </a:spcBef>
            <a:spcAft>
              <a:spcPct val="35000"/>
            </a:spcAft>
            <a:buNone/>
          </a:pPr>
          <a:r>
            <a:rPr lang="en-IN" sz="1400" kern="1200"/>
            <a:t>The objective of this project is to perform exploratory data analysis (EDA) and develop an interactive dashboard that provides actionable insights to support strategic decision-making and improve profitability.</a:t>
          </a:r>
          <a:endParaRPr lang="en-US" sz="1400" kern="1200"/>
        </a:p>
      </dsp:txBody>
      <dsp:txXfrm>
        <a:off x="741571" y="2296483"/>
        <a:ext cx="4410188" cy="1022796"/>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674CB-3709-4ACF-BB61-29ADEA3D41BE}"/>
              </a:ext>
            </a:extLst>
          </p:cNvPr>
          <p:cNvSpPr>
            <a:spLocks noGrp="1"/>
          </p:cNvSpPr>
          <p:nvPr>
            <p:ph type="ctrTitle"/>
          </p:nvPr>
        </p:nvSpPr>
        <p:spPr>
          <a:xfrm>
            <a:off x="1524000" y="1033272"/>
            <a:ext cx="9144000" cy="2478024"/>
          </a:xfrm>
        </p:spPr>
        <p:txBody>
          <a:bodyPr lIns="0" tIns="0" rIns="0" bIns="0" anchor="b">
            <a:noAutofit/>
          </a:bodyPr>
          <a:lstStyle>
            <a:lvl1pPr algn="ctr">
              <a:defRPr sz="4000" spc="750" baseline="0"/>
            </a:lvl1pPr>
          </a:lstStyle>
          <a:p>
            <a:r>
              <a:rPr lang="en-US" dirty="0"/>
              <a:t>Click to edit Master title style</a:t>
            </a:r>
          </a:p>
        </p:txBody>
      </p:sp>
      <p:sp>
        <p:nvSpPr>
          <p:cNvPr id="3" name="Subtitle 2">
            <a:extLst>
              <a:ext uri="{FF2B5EF4-FFF2-40B4-BE49-F238E27FC236}">
                <a16:creationId xmlns:a16="http://schemas.microsoft.com/office/drawing/2014/main" id="{E06DA6BE-9B64-48FC-92D1-EF0D426A3974}"/>
              </a:ext>
            </a:extLst>
          </p:cNvPr>
          <p:cNvSpPr>
            <a:spLocks noGrp="1"/>
          </p:cNvSpPr>
          <p:nvPr>
            <p:ph type="subTitle" idx="1"/>
          </p:nvPr>
        </p:nvSpPr>
        <p:spPr>
          <a:xfrm>
            <a:off x="1524000" y="3822192"/>
            <a:ext cx="9144000" cy="1435608"/>
          </a:xfrm>
        </p:spPr>
        <p:txBody>
          <a:bodyPr lIns="0" tIns="0" rIns="0" bIns="0">
            <a:normAutofit/>
          </a:bodyPr>
          <a:lstStyle>
            <a:lvl1pPr marL="0" indent="0" algn="ctr">
              <a:lnSpc>
                <a:spcPct val="150000"/>
              </a:lnSpc>
              <a:buNone/>
              <a:defRPr sz="1600" cap="all" spc="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083AE59-8E21-449F-86DA-5BE297010864}"/>
              </a:ext>
            </a:extLst>
          </p:cNvPr>
          <p:cNvSpPr>
            <a:spLocks noGrp="1"/>
          </p:cNvSpPr>
          <p:nvPr>
            <p:ph type="dt" sz="half" idx="10"/>
          </p:nvPr>
        </p:nvSpPr>
        <p:spPr/>
        <p:txBody>
          <a:bodyPr/>
          <a:lstStyle/>
          <a:p>
            <a:fld id="{655A5808-3B61-48CC-92EF-85AC2E0DFA56}" type="datetime2">
              <a:rPr lang="en-US" smtClean="0"/>
              <a:t>Sunday, July 5, 2026</a:t>
            </a:fld>
            <a:endParaRPr lang="en-US"/>
          </a:p>
        </p:txBody>
      </p:sp>
      <p:sp>
        <p:nvSpPr>
          <p:cNvPr id="5" name="Footer Placeholder 4">
            <a:extLst>
              <a:ext uri="{FF2B5EF4-FFF2-40B4-BE49-F238E27FC236}">
                <a16:creationId xmlns:a16="http://schemas.microsoft.com/office/drawing/2014/main" id="{4E8CCD60-9970-49FD-8254-21154BAA1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C0A488-07A7-42F9-B1DF-68545B75417D}"/>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854027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E0F35-0AE7-48AB-9005-F1DB4BD0B47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DDD4022-C31F-4C4C-B5BF-5F9730C08A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A45EE9-11D3-436C-9D73-1AA6CCDB165F}"/>
              </a:ext>
            </a:extLst>
          </p:cNvPr>
          <p:cNvSpPr>
            <a:spLocks noGrp="1"/>
          </p:cNvSpPr>
          <p:nvPr>
            <p:ph type="dt" sz="half" idx="10"/>
          </p:nvPr>
        </p:nvSpPr>
        <p:spPr/>
        <p:txBody>
          <a:bodyPr/>
          <a:lstStyle/>
          <a:p>
            <a:fld id="{2F3AF3C6-0FD4-4939-991C-00DDE5C56815}" type="datetime2">
              <a:rPr lang="en-US" smtClean="0"/>
              <a:t>Sunday, July 5, 2026</a:t>
            </a:fld>
            <a:endParaRPr lang="en-US"/>
          </a:p>
        </p:txBody>
      </p:sp>
      <p:sp>
        <p:nvSpPr>
          <p:cNvPr id="5" name="Footer Placeholder 4">
            <a:extLst>
              <a:ext uri="{FF2B5EF4-FFF2-40B4-BE49-F238E27FC236}">
                <a16:creationId xmlns:a16="http://schemas.microsoft.com/office/drawing/2014/main" id="{92817DCF-881F-4956-81AE-A6D27A88F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65F17-AD75-4B7E-970D-5D4DBD5D170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57043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12CB-05D8-4D62-BDC5-812DB6DD04CD}"/>
              </a:ext>
            </a:extLst>
          </p:cNvPr>
          <p:cNvSpPr>
            <a:spLocks noGrp="1"/>
          </p:cNvSpPr>
          <p:nvPr>
            <p:ph type="title"/>
          </p:nvPr>
        </p:nvSpPr>
        <p:spPr>
          <a:xfrm>
            <a:off x="1371600" y="1709738"/>
            <a:ext cx="9966960" cy="2852737"/>
          </a:xfrm>
        </p:spPr>
        <p:txBody>
          <a:bodyPr anchor="b">
            <a:normAutofit/>
          </a:bodyPr>
          <a:lstStyle>
            <a:lvl1pPr>
              <a:lnSpc>
                <a:spcPct val="100000"/>
              </a:lnSpc>
              <a:defRPr sz="4400" spc="75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C52F020-8516-4B9E-B455-5731ED6C9E9E}"/>
              </a:ext>
            </a:extLst>
          </p:cNvPr>
          <p:cNvSpPr>
            <a:spLocks noGrp="1"/>
          </p:cNvSpPr>
          <p:nvPr>
            <p:ph type="body" idx="1"/>
          </p:nvPr>
        </p:nvSpPr>
        <p:spPr>
          <a:xfrm>
            <a:off x="1371600" y="4974336"/>
            <a:ext cx="9966961" cy="1115568"/>
          </a:xfrm>
        </p:spPr>
        <p:txBody>
          <a:bodyPr>
            <a:normAutofit/>
          </a:bodyPr>
          <a:lstStyle>
            <a:lvl1pPr marL="0" indent="0">
              <a:buNone/>
              <a:defRPr sz="1600" cap="all" spc="6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22993-6E28-44BB-B983-095B476B801A}"/>
              </a:ext>
            </a:extLst>
          </p:cNvPr>
          <p:cNvSpPr>
            <a:spLocks noGrp="1"/>
          </p:cNvSpPr>
          <p:nvPr>
            <p:ph type="dt" sz="half" idx="10"/>
          </p:nvPr>
        </p:nvSpPr>
        <p:spPr/>
        <p:txBody>
          <a:bodyPr/>
          <a:lstStyle/>
          <a:p>
            <a:fld id="{86807482-8128-47C6-A8DD-6452B0291CFF}" type="datetime2">
              <a:rPr lang="en-US" smtClean="0"/>
              <a:t>Sunday, July 5, 2026</a:t>
            </a:fld>
            <a:endParaRPr lang="en-US"/>
          </a:p>
        </p:txBody>
      </p:sp>
      <p:sp>
        <p:nvSpPr>
          <p:cNvPr id="5" name="Footer Placeholder 4">
            <a:extLst>
              <a:ext uri="{FF2B5EF4-FFF2-40B4-BE49-F238E27FC236}">
                <a16:creationId xmlns:a16="http://schemas.microsoft.com/office/drawing/2014/main" id="{FC909971-06C9-462B-81D9-BEF24C708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A076D-47C1-49CD-9A8B-956DB3FC31F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606878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8DFBD-F5ED-455C-8AD0-97476A55E3D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30E58C-F463-4D52-9225-9410133113A4}"/>
              </a:ext>
            </a:extLst>
          </p:cNvPr>
          <p:cNvSpPr>
            <a:spLocks noGrp="1"/>
          </p:cNvSpPr>
          <p:nvPr>
            <p:ph sz="half" idx="1"/>
          </p:nvPr>
        </p:nvSpPr>
        <p:spPr>
          <a:xfrm>
            <a:off x="1371600" y="2112264"/>
            <a:ext cx="4846320" cy="39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AF7BDB4-97FA-485D-A557-6F96692BAC9E}"/>
              </a:ext>
            </a:extLst>
          </p:cNvPr>
          <p:cNvSpPr>
            <a:spLocks noGrp="1"/>
          </p:cNvSpPr>
          <p:nvPr>
            <p:ph sz="half" idx="2"/>
          </p:nvPr>
        </p:nvSpPr>
        <p:spPr>
          <a:xfrm>
            <a:off x="6766560" y="2112265"/>
            <a:ext cx="4846320" cy="3959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8C50007-C799-4117-8ACD-5EE980E63F17}"/>
              </a:ext>
            </a:extLst>
          </p:cNvPr>
          <p:cNvSpPr>
            <a:spLocks noGrp="1"/>
          </p:cNvSpPr>
          <p:nvPr>
            <p:ph type="dt" sz="half" idx="10"/>
          </p:nvPr>
        </p:nvSpPr>
        <p:spPr/>
        <p:txBody>
          <a:bodyPr/>
          <a:lstStyle/>
          <a:p>
            <a:fld id="{37903F25-275E-41DE-BE3B-EBF0DB49F9B1}" type="datetime2">
              <a:rPr lang="en-US" smtClean="0"/>
              <a:t>Sunday, July 5, 2026</a:t>
            </a:fld>
            <a:endParaRPr lang="en-US"/>
          </a:p>
        </p:txBody>
      </p:sp>
      <p:sp>
        <p:nvSpPr>
          <p:cNvPr id="6" name="Footer Placeholder 5">
            <a:extLst>
              <a:ext uri="{FF2B5EF4-FFF2-40B4-BE49-F238E27FC236}">
                <a16:creationId xmlns:a16="http://schemas.microsoft.com/office/drawing/2014/main" id="{F24E8968-6BAD-4D5A-BF1D-911C7A39C1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9D8C08-BF20-4D5E-9004-0C075C36D8A4}"/>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707344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036E0D-26A5-455A-A8BD-70DA8BC03EB2}"/>
              </a:ext>
            </a:extLst>
          </p:cNvPr>
          <p:cNvSpPr>
            <a:spLocks noGrp="1"/>
          </p:cNvSpPr>
          <p:nvPr>
            <p:ph type="body" idx="1"/>
          </p:nvPr>
        </p:nvSpPr>
        <p:spPr>
          <a:xfrm>
            <a:off x="1371600" y="2112264"/>
            <a:ext cx="484107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FD4EA0-094D-4056-9032-BFB44B40896B}"/>
              </a:ext>
            </a:extLst>
          </p:cNvPr>
          <p:cNvSpPr>
            <a:spLocks noGrp="1"/>
          </p:cNvSpPr>
          <p:nvPr>
            <p:ph sz="half" idx="2"/>
          </p:nvPr>
        </p:nvSpPr>
        <p:spPr>
          <a:xfrm>
            <a:off x="1371600" y="3018472"/>
            <a:ext cx="4841076" cy="3104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FC0CCE8-718F-4620-8B4A-C60EEA7B884D}"/>
              </a:ext>
            </a:extLst>
          </p:cNvPr>
          <p:cNvSpPr>
            <a:spLocks noGrp="1"/>
          </p:cNvSpPr>
          <p:nvPr>
            <p:ph type="body" sz="quarter" idx="3"/>
          </p:nvPr>
        </p:nvSpPr>
        <p:spPr>
          <a:xfrm>
            <a:off x="6766560" y="2112264"/>
            <a:ext cx="484632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CE86DF-0069-4D31-BDD3-A9A2F9B7B468}"/>
              </a:ext>
            </a:extLst>
          </p:cNvPr>
          <p:cNvSpPr>
            <a:spLocks noGrp="1"/>
          </p:cNvSpPr>
          <p:nvPr>
            <p:ph sz="quarter" idx="4"/>
          </p:nvPr>
        </p:nvSpPr>
        <p:spPr>
          <a:xfrm>
            <a:off x="6766560" y="3018471"/>
            <a:ext cx="4841076" cy="3104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A5ED06-FE54-4B86-A8D4-07D0EB08C3AB}"/>
              </a:ext>
            </a:extLst>
          </p:cNvPr>
          <p:cNvSpPr>
            <a:spLocks noGrp="1"/>
          </p:cNvSpPr>
          <p:nvPr>
            <p:ph type="dt" sz="half" idx="10"/>
          </p:nvPr>
        </p:nvSpPr>
        <p:spPr/>
        <p:txBody>
          <a:bodyPr/>
          <a:lstStyle/>
          <a:p>
            <a:fld id="{EE475572-4A44-4171-84AA-64D42C8050A6}" type="datetime2">
              <a:rPr lang="en-US" smtClean="0"/>
              <a:t>Sunday, July 5, 2026</a:t>
            </a:fld>
            <a:endParaRPr lang="en-US"/>
          </a:p>
        </p:txBody>
      </p:sp>
      <p:sp>
        <p:nvSpPr>
          <p:cNvPr id="8" name="Footer Placeholder 7">
            <a:extLst>
              <a:ext uri="{FF2B5EF4-FFF2-40B4-BE49-F238E27FC236}">
                <a16:creationId xmlns:a16="http://schemas.microsoft.com/office/drawing/2014/main" id="{CE9EC6C3-0950-4AFE-936A-9AB5D22784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84B1D1-BE0C-48F4-BC74-90675A0F07CF}"/>
              </a:ext>
            </a:extLst>
          </p:cNvPr>
          <p:cNvSpPr>
            <a:spLocks noGrp="1"/>
          </p:cNvSpPr>
          <p:nvPr>
            <p:ph type="sldNum" sz="quarter" idx="12"/>
          </p:nvPr>
        </p:nvSpPr>
        <p:spPr/>
        <p:txBody>
          <a:bodyPr/>
          <a:lstStyle/>
          <a:p>
            <a:fld id="{C01389E6-C847-4AD0-B56D-D205B2EAB1EE}" type="slidenum">
              <a:rPr lang="en-US" smtClean="0"/>
              <a:t>‹#›</a:t>
            </a:fld>
            <a:endParaRPr lang="en-US"/>
          </a:p>
        </p:txBody>
      </p:sp>
      <p:sp>
        <p:nvSpPr>
          <p:cNvPr id="10" name="Title 9">
            <a:extLst>
              <a:ext uri="{FF2B5EF4-FFF2-40B4-BE49-F238E27FC236}">
                <a16:creationId xmlns:a16="http://schemas.microsoft.com/office/drawing/2014/main" id="{2D453288-3D76-40C1-BE00-223AB28F13DF}"/>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934294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B1716-24B0-42CD-95B6-843092597B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E3617E-4B11-481F-AC6E-00031790294A}"/>
              </a:ext>
            </a:extLst>
          </p:cNvPr>
          <p:cNvSpPr>
            <a:spLocks noGrp="1"/>
          </p:cNvSpPr>
          <p:nvPr>
            <p:ph type="dt" sz="half" idx="10"/>
          </p:nvPr>
        </p:nvSpPr>
        <p:spPr/>
        <p:txBody>
          <a:bodyPr/>
          <a:lstStyle/>
          <a:p>
            <a:fld id="{C4C1612E-528E-4FD5-9E9E-E15F1108F171}" type="datetime2">
              <a:rPr lang="en-US" smtClean="0"/>
              <a:t>Sunday, July 5, 2026</a:t>
            </a:fld>
            <a:endParaRPr lang="en-US"/>
          </a:p>
        </p:txBody>
      </p:sp>
      <p:sp>
        <p:nvSpPr>
          <p:cNvPr id="4" name="Footer Placeholder 3">
            <a:extLst>
              <a:ext uri="{FF2B5EF4-FFF2-40B4-BE49-F238E27FC236}">
                <a16:creationId xmlns:a16="http://schemas.microsoft.com/office/drawing/2014/main" id="{F6BF19CC-06D3-40E9-81B5-63B457B220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EFC312-3AA5-46F7-B701-3D9327A68DB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707388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C9E28E-1389-47AF-B3EB-22571417ACBE}"/>
              </a:ext>
            </a:extLst>
          </p:cNvPr>
          <p:cNvSpPr>
            <a:spLocks noGrp="1"/>
          </p:cNvSpPr>
          <p:nvPr>
            <p:ph type="dt" sz="half" idx="10"/>
          </p:nvPr>
        </p:nvSpPr>
        <p:spPr/>
        <p:txBody>
          <a:bodyPr/>
          <a:lstStyle/>
          <a:p>
            <a:fld id="{D4F6D862-A06D-436F-A92E-EBAAD50B6E50}" type="datetime2">
              <a:rPr lang="en-US" smtClean="0"/>
              <a:t>Sunday, July 5, 2026</a:t>
            </a:fld>
            <a:endParaRPr lang="en-US"/>
          </a:p>
        </p:txBody>
      </p:sp>
      <p:sp>
        <p:nvSpPr>
          <p:cNvPr id="3" name="Footer Placeholder 2">
            <a:extLst>
              <a:ext uri="{FF2B5EF4-FFF2-40B4-BE49-F238E27FC236}">
                <a16:creationId xmlns:a16="http://schemas.microsoft.com/office/drawing/2014/main" id="{BFCF6B08-1984-4F7C-9F6E-A4F47BDBA2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71B3C5-CEC7-427F-931C-1318C421BEF9}"/>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769238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EB55F-536E-4547-A5D2-0483FC3684CD}"/>
              </a:ext>
            </a:extLst>
          </p:cNvPr>
          <p:cNvSpPr>
            <a:spLocks noGrp="1"/>
          </p:cNvSpPr>
          <p:nvPr>
            <p:ph type="title"/>
          </p:nvPr>
        </p:nvSpPr>
        <p:spPr>
          <a:xfrm>
            <a:off x="1371600" y="987425"/>
            <a:ext cx="3932237" cy="1894511"/>
          </a:xfrm>
        </p:spPr>
        <p:txBody>
          <a:bodyPr anchor="b"/>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D717D3C-533B-4EA9-886B-FAE59956C74C}"/>
              </a:ext>
            </a:extLst>
          </p:cNvPr>
          <p:cNvSpPr>
            <a:spLocks noGrp="1"/>
          </p:cNvSpPr>
          <p:nvPr>
            <p:ph idx="1"/>
          </p:nvPr>
        </p:nvSpPr>
        <p:spPr>
          <a:xfrm>
            <a:off x="5650992" y="987425"/>
            <a:ext cx="5687568" cy="4873625"/>
          </a:xfrm>
        </p:spPr>
        <p:txBody>
          <a:bodyPr>
            <a:normAutofit/>
          </a:bodyPr>
          <a:lstStyle>
            <a:lvl1pPr>
              <a:defRPr sz="20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419D2E1-4B17-4608-961E-2C4719855E89}"/>
              </a:ext>
            </a:extLst>
          </p:cNvPr>
          <p:cNvSpPr>
            <a:spLocks noGrp="1"/>
          </p:cNvSpPr>
          <p:nvPr>
            <p:ph type="body" sz="half" idx="2"/>
          </p:nvPr>
        </p:nvSpPr>
        <p:spPr>
          <a:xfrm>
            <a:off x="1371600" y="3058510"/>
            <a:ext cx="3932237" cy="28025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5A3535-184C-438C-AE91-9C42B7C5AFB6}"/>
              </a:ext>
            </a:extLst>
          </p:cNvPr>
          <p:cNvSpPr>
            <a:spLocks noGrp="1"/>
          </p:cNvSpPr>
          <p:nvPr>
            <p:ph type="dt" sz="half" idx="10"/>
          </p:nvPr>
        </p:nvSpPr>
        <p:spPr/>
        <p:txBody>
          <a:bodyPr/>
          <a:lstStyle/>
          <a:p>
            <a:fld id="{B73E0B7D-2260-4809-8F0A-9E5F3E24F169}" type="datetime2">
              <a:rPr lang="en-US" smtClean="0"/>
              <a:t>Sunday, July 5, 2026</a:t>
            </a:fld>
            <a:endParaRPr lang="en-US"/>
          </a:p>
        </p:txBody>
      </p:sp>
      <p:sp>
        <p:nvSpPr>
          <p:cNvPr id="6" name="Footer Placeholder 5">
            <a:extLst>
              <a:ext uri="{FF2B5EF4-FFF2-40B4-BE49-F238E27FC236}">
                <a16:creationId xmlns:a16="http://schemas.microsoft.com/office/drawing/2014/main" id="{0DF6DBC3-4A58-42BA-9B55-A9A7251037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E6563-0AB6-4038-A12B-A259552DB66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788484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702C5-1E3B-4C62-A538-59BB572864A0}"/>
              </a:ext>
            </a:extLst>
          </p:cNvPr>
          <p:cNvSpPr>
            <a:spLocks noGrp="1"/>
          </p:cNvSpPr>
          <p:nvPr>
            <p:ph type="title"/>
          </p:nvPr>
        </p:nvSpPr>
        <p:spPr>
          <a:xfrm>
            <a:off x="1371600" y="987552"/>
            <a:ext cx="3932237" cy="1892808"/>
          </a:xfrm>
        </p:spPr>
        <p:txBody>
          <a:bodyPr anchor="b"/>
          <a:lstStyle>
            <a:lvl1pPr>
              <a:defRPr sz="3200"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E2CF574-95CE-4E60-B2CF-3B5B4F33A767}"/>
              </a:ext>
            </a:extLst>
          </p:cNvPr>
          <p:cNvSpPr>
            <a:spLocks noGrp="1"/>
          </p:cNvSpPr>
          <p:nvPr>
            <p:ph type="pic" idx="1"/>
          </p:nvPr>
        </p:nvSpPr>
        <p:spPr>
          <a:xfrm>
            <a:off x="5505319" y="987425"/>
            <a:ext cx="583324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D039F7C-C735-4356-8B04-89E19047950C}"/>
              </a:ext>
            </a:extLst>
          </p:cNvPr>
          <p:cNvSpPr>
            <a:spLocks noGrp="1"/>
          </p:cNvSpPr>
          <p:nvPr>
            <p:ph type="body" sz="half" idx="2"/>
          </p:nvPr>
        </p:nvSpPr>
        <p:spPr>
          <a:xfrm>
            <a:off x="1371600" y="3033286"/>
            <a:ext cx="3932237" cy="28357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E706DF-52A3-4F34-9BF5-E1ACD5D54283}"/>
              </a:ext>
            </a:extLst>
          </p:cNvPr>
          <p:cNvSpPr>
            <a:spLocks noGrp="1"/>
          </p:cNvSpPr>
          <p:nvPr>
            <p:ph type="dt" sz="half" idx="10"/>
          </p:nvPr>
        </p:nvSpPr>
        <p:spPr/>
        <p:txBody>
          <a:bodyPr/>
          <a:lstStyle/>
          <a:p>
            <a:fld id="{3C8E4735-C637-46A3-94EB-AB3AC4188D2F}" type="datetime2">
              <a:rPr lang="en-US" smtClean="0"/>
              <a:t>Sunday, July 5, 2026</a:t>
            </a:fld>
            <a:endParaRPr lang="en-US"/>
          </a:p>
        </p:txBody>
      </p:sp>
      <p:sp>
        <p:nvSpPr>
          <p:cNvPr id="6" name="Footer Placeholder 5">
            <a:extLst>
              <a:ext uri="{FF2B5EF4-FFF2-40B4-BE49-F238E27FC236}">
                <a16:creationId xmlns:a16="http://schemas.microsoft.com/office/drawing/2014/main" id="{BFB25E53-E72E-4110-BB6B-3477F56C3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686F8F-3D62-4CEC-AD9A-B70848E6A81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594793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DC3B6-2D75-4EC4-9120-88DCE0EA61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4B06CB-A0FE-4499-B674-90C8C281A5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7FD700-765A-4DE6-A8EC-9D9D92FCBB42}"/>
              </a:ext>
            </a:extLst>
          </p:cNvPr>
          <p:cNvSpPr>
            <a:spLocks noGrp="1"/>
          </p:cNvSpPr>
          <p:nvPr>
            <p:ph type="dt" sz="half" idx="10"/>
          </p:nvPr>
        </p:nvSpPr>
        <p:spPr/>
        <p:txBody>
          <a:bodyPr/>
          <a:lstStyle/>
          <a:p>
            <a:fld id="{735E98AF-4574-4509-BF7A-519ACD5BF826}" type="datetime2">
              <a:rPr lang="en-US" smtClean="0"/>
              <a:t>Sunday, July 5, 2026</a:t>
            </a:fld>
            <a:endParaRPr lang="en-US"/>
          </a:p>
        </p:txBody>
      </p:sp>
      <p:sp>
        <p:nvSpPr>
          <p:cNvPr id="5" name="Footer Placeholder 4">
            <a:extLst>
              <a:ext uri="{FF2B5EF4-FFF2-40B4-BE49-F238E27FC236}">
                <a16:creationId xmlns:a16="http://schemas.microsoft.com/office/drawing/2014/main" id="{0C4664EC-C4B1-4D14-9ED3-14C6CCBFFC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DF5526-E518-4133-9F44-D812576C1092}"/>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606586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F62998-15B1-4CA8-8C60-7801001F8060}"/>
              </a:ext>
            </a:extLst>
          </p:cNvPr>
          <p:cNvSpPr>
            <a:spLocks noGrp="1"/>
          </p:cNvSpPr>
          <p:nvPr>
            <p:ph type="title" orient="vert"/>
          </p:nvPr>
        </p:nvSpPr>
        <p:spPr>
          <a:xfrm>
            <a:off x="8724900" y="838899"/>
            <a:ext cx="2628900" cy="48493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11AE278-0885-4594-AB09-120344C7D882}"/>
              </a:ext>
            </a:extLst>
          </p:cNvPr>
          <p:cNvSpPr>
            <a:spLocks noGrp="1"/>
          </p:cNvSpPr>
          <p:nvPr>
            <p:ph type="body" orient="vert" idx="1"/>
          </p:nvPr>
        </p:nvSpPr>
        <p:spPr>
          <a:xfrm>
            <a:off x="849235" y="838900"/>
            <a:ext cx="7723265" cy="484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5B850CC-FB43-4988-8D4E-9C54C20185B4}"/>
              </a:ext>
            </a:extLst>
          </p:cNvPr>
          <p:cNvSpPr>
            <a:spLocks noGrp="1"/>
          </p:cNvSpPr>
          <p:nvPr>
            <p:ph type="dt" sz="half" idx="10"/>
          </p:nvPr>
        </p:nvSpPr>
        <p:spPr/>
        <p:txBody>
          <a:bodyPr/>
          <a:lstStyle/>
          <a:p>
            <a:fld id="{93DD97D4-9636-490F-85D0-E926C2B6F3B1}" type="datetime2">
              <a:rPr lang="en-US" smtClean="0"/>
              <a:t>Sunday, July 5, 2026</a:t>
            </a:fld>
            <a:endParaRPr lang="en-US"/>
          </a:p>
        </p:txBody>
      </p:sp>
      <p:sp>
        <p:nvSpPr>
          <p:cNvPr id="5" name="Footer Placeholder 4">
            <a:extLst>
              <a:ext uri="{FF2B5EF4-FFF2-40B4-BE49-F238E27FC236}">
                <a16:creationId xmlns:a16="http://schemas.microsoft.com/office/drawing/2014/main" id="{47A70300-3853-4FB4-A084-CF6E5CF2BD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BAFB0-25AA-4B69-8418-418F47A92700}"/>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4138072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F2F3BB-127D-44BC-A8EF-A8BB5F5911CA}"/>
              </a:ext>
            </a:extLst>
          </p:cNvPr>
          <p:cNvSpPr/>
          <p:nvPr/>
        </p:nvSpPr>
        <p:spPr>
          <a:xfrm rot="10800000" flipH="1">
            <a:off x="0" y="6401226"/>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10D1F30-F118-4A1F-A48F-7E5706959F64}"/>
              </a:ext>
            </a:extLst>
          </p:cNvPr>
          <p:cNvSpPr/>
          <p:nvPr/>
        </p:nvSpPr>
        <p:spPr>
          <a:xfrm flipH="1">
            <a:off x="4038602" y="6401228"/>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7AE890C-17CE-44C0-BDED-BA68F92A845D}"/>
              </a:ext>
            </a:extLst>
          </p:cNvPr>
          <p:cNvSpPr>
            <a:spLocks noGrp="1"/>
          </p:cNvSpPr>
          <p:nvPr>
            <p:ph type="title"/>
          </p:nvPr>
        </p:nvSpPr>
        <p:spPr>
          <a:xfrm>
            <a:off x="1371600" y="795528"/>
            <a:ext cx="10241280" cy="1234440"/>
          </a:xfrm>
          <a:prstGeom prst="rect">
            <a:avLst/>
          </a:prstGeom>
        </p:spPr>
        <p:txBody>
          <a:bodyPr vert="horz" lIns="0" tIns="0" rIns="0" bIns="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910A6E-46D1-42CF-996C-2207737FB871}"/>
              </a:ext>
            </a:extLst>
          </p:cNvPr>
          <p:cNvSpPr>
            <a:spLocks noGrp="1"/>
          </p:cNvSpPr>
          <p:nvPr>
            <p:ph type="body" idx="1"/>
          </p:nvPr>
        </p:nvSpPr>
        <p:spPr>
          <a:xfrm>
            <a:off x="1371600" y="2112264"/>
            <a:ext cx="10241280" cy="3959352"/>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85B5247-D236-462B-BCE0-2A24DF75B085}"/>
              </a:ext>
            </a:extLst>
          </p:cNvPr>
          <p:cNvSpPr>
            <a:spLocks noGrp="1"/>
          </p:cNvSpPr>
          <p:nvPr>
            <p:ph type="dt" sz="half" idx="2"/>
          </p:nvPr>
        </p:nvSpPr>
        <p:spPr>
          <a:xfrm>
            <a:off x="7909560" y="6409944"/>
            <a:ext cx="3703320" cy="448056"/>
          </a:xfrm>
          <a:prstGeom prst="rect">
            <a:avLst/>
          </a:prstGeom>
        </p:spPr>
        <p:txBody>
          <a:bodyPr vert="horz" lIns="91440" tIns="45720" rIns="91440" bIns="45720" rtlCol="0" anchor="ctr"/>
          <a:lstStyle>
            <a:lvl1pPr algn="r">
              <a:defRPr sz="800" cap="all" spc="300" baseline="0">
                <a:solidFill>
                  <a:srgbClr val="FFFFFF"/>
                </a:solidFill>
              </a:defRPr>
            </a:lvl1pPr>
          </a:lstStyle>
          <a:p>
            <a:fld id="{AE0C963C-C1DB-4AFD-9DDC-0691666BF49B}" type="datetime2">
              <a:rPr lang="en-US" smtClean="0"/>
              <a:pPr/>
              <a:t>Sunday, July 5, 2026</a:t>
            </a:fld>
            <a:endParaRPr lang="en-US" cap="all" dirty="0"/>
          </a:p>
        </p:txBody>
      </p:sp>
      <p:sp>
        <p:nvSpPr>
          <p:cNvPr id="5" name="Footer Placeholder 4">
            <a:extLst>
              <a:ext uri="{FF2B5EF4-FFF2-40B4-BE49-F238E27FC236}">
                <a16:creationId xmlns:a16="http://schemas.microsoft.com/office/drawing/2014/main" id="{19155C58-7DDF-4CD4-96AD-F9CC844D84CC}"/>
              </a:ext>
            </a:extLst>
          </p:cNvPr>
          <p:cNvSpPr>
            <a:spLocks noGrp="1"/>
          </p:cNvSpPr>
          <p:nvPr>
            <p:ph type="ftr" sz="quarter" idx="3"/>
          </p:nvPr>
        </p:nvSpPr>
        <p:spPr>
          <a:xfrm rot="5400000">
            <a:off x="-1828800" y="1911096"/>
            <a:ext cx="4114800" cy="457200"/>
          </a:xfrm>
          <a:prstGeom prst="rect">
            <a:avLst/>
          </a:prstGeom>
        </p:spPr>
        <p:txBody>
          <a:bodyPr vert="horz" lIns="91440" tIns="45720" rIns="91440" bIns="45720" rtlCol="0" anchor="ctr"/>
          <a:lstStyle>
            <a:lvl1pPr algn="l">
              <a:defRPr sz="800" b="1">
                <a:solidFill>
                  <a:schemeClr val="tx1"/>
                </a:solidFill>
                <a:latin typeface="+mj-lt"/>
              </a:defRPr>
            </a:lvl1pPr>
          </a:lstStyle>
          <a:p>
            <a:pPr algn="l"/>
            <a:endParaRPr lang="en-US"/>
          </a:p>
        </p:txBody>
      </p:sp>
      <p:sp>
        <p:nvSpPr>
          <p:cNvPr id="6" name="Slide Number Placeholder 5">
            <a:extLst>
              <a:ext uri="{FF2B5EF4-FFF2-40B4-BE49-F238E27FC236}">
                <a16:creationId xmlns:a16="http://schemas.microsoft.com/office/drawing/2014/main" id="{6F495647-A849-45D9-BC71-46A12E6DE479}"/>
              </a:ext>
            </a:extLst>
          </p:cNvPr>
          <p:cNvSpPr>
            <a:spLocks noGrp="1"/>
          </p:cNvSpPr>
          <p:nvPr>
            <p:ph type="sldNum" sz="quarter" idx="4"/>
          </p:nvPr>
        </p:nvSpPr>
        <p:spPr>
          <a:xfrm>
            <a:off x="11667744" y="6409944"/>
            <a:ext cx="438912" cy="448056"/>
          </a:xfrm>
          <a:prstGeom prst="rect">
            <a:avLst/>
          </a:prstGeom>
        </p:spPr>
        <p:txBody>
          <a:bodyPr vert="horz" lIns="91440" tIns="45720" rIns="91440" bIns="45720" rtlCol="0" anchor="ctr"/>
          <a:lstStyle>
            <a:lvl1pPr algn="r">
              <a:defRPr sz="800">
                <a:solidFill>
                  <a:srgbClr val="FFFFFF"/>
                </a:solidFill>
              </a:defRPr>
            </a:lvl1pPr>
          </a:lstStyle>
          <a:p>
            <a:fld id="{C01389E6-C847-4AD0-B56D-D205B2EAB1EE}" type="slidenum">
              <a:rPr lang="en-US" smtClean="0"/>
              <a:pPr/>
              <a:t>‹#›</a:t>
            </a:fld>
            <a:endParaRPr lang="en-US" sz="800" dirty="0"/>
          </a:p>
        </p:txBody>
      </p:sp>
    </p:spTree>
    <p:extLst>
      <p:ext uri="{BB962C8B-B14F-4D97-AF65-F5344CB8AC3E}">
        <p14:creationId xmlns:p14="http://schemas.microsoft.com/office/powerpoint/2010/main" val="3685194605"/>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40" r:id="rId4"/>
    <p:sldLayoutId id="2147483741" r:id="rId5"/>
    <p:sldLayoutId id="2147483746" r:id="rId6"/>
    <p:sldLayoutId id="2147483742" r:id="rId7"/>
    <p:sldLayoutId id="2147483743" r:id="rId8"/>
    <p:sldLayoutId id="2147483744" r:id="rId9"/>
    <p:sldLayoutId id="2147483745" r:id="rId10"/>
    <p:sldLayoutId id="2147483747" r:id="rId11"/>
  </p:sldLayoutIdLst>
  <p:hf sldNum="0" hdr="0" ftr="0" dt="0"/>
  <p:txStyles>
    <p:title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 name="Rectangle 83">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6" name="Rectangle 85">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BE5C24-EF92-93EA-E689-DC0A64C64E3E}"/>
              </a:ext>
            </a:extLst>
          </p:cNvPr>
          <p:cNvSpPr>
            <a:spLocks noGrp="1"/>
          </p:cNvSpPr>
          <p:nvPr>
            <p:ph type="ctrTitle"/>
          </p:nvPr>
        </p:nvSpPr>
        <p:spPr>
          <a:xfrm>
            <a:off x="1371600" y="457200"/>
            <a:ext cx="5268036" cy="2140145"/>
          </a:xfrm>
        </p:spPr>
        <p:txBody>
          <a:bodyPr vert="horz" lIns="0" tIns="0" rIns="0" bIns="0" rtlCol="0" anchor="b">
            <a:normAutofit/>
          </a:bodyPr>
          <a:lstStyle/>
          <a:p>
            <a:pPr algn="l"/>
            <a:r>
              <a:rPr lang="en-US" sz="3600" spc="700" dirty="0"/>
              <a:t>ECOMMERCE SALES ANALYSIS</a:t>
            </a:r>
          </a:p>
        </p:txBody>
      </p:sp>
      <p:sp>
        <p:nvSpPr>
          <p:cNvPr id="4" name="TextBox 3">
            <a:extLst>
              <a:ext uri="{FF2B5EF4-FFF2-40B4-BE49-F238E27FC236}">
                <a16:creationId xmlns:a16="http://schemas.microsoft.com/office/drawing/2014/main" id="{9922165C-6D18-F758-32DC-68846854CD09}"/>
              </a:ext>
            </a:extLst>
          </p:cNvPr>
          <p:cNvSpPr txBox="1"/>
          <p:nvPr/>
        </p:nvSpPr>
        <p:spPr>
          <a:xfrm>
            <a:off x="1371599" y="3054545"/>
            <a:ext cx="5268037" cy="2567508"/>
          </a:xfrm>
          <a:prstGeom prst="rect">
            <a:avLst/>
          </a:prstGeom>
        </p:spPr>
        <p:txBody>
          <a:bodyPr vert="horz" lIns="0" tIns="0" rIns="0" bIns="0" rtlCol="0" anchor="t">
            <a:normAutofit/>
          </a:bodyPr>
          <a:lstStyle/>
          <a:p>
            <a:pPr>
              <a:lnSpc>
                <a:spcPct val="120000"/>
              </a:lnSpc>
              <a:spcAft>
                <a:spcPts val="600"/>
              </a:spcAft>
            </a:pPr>
            <a:r>
              <a:rPr lang="en-US" sz="1600" dirty="0"/>
              <a:t>                                              BY SAURAV KUMAR                                                   			05/07/2026</a:t>
            </a:r>
          </a:p>
        </p:txBody>
      </p:sp>
      <p:pic>
        <p:nvPicPr>
          <p:cNvPr id="6" name="Picture 5">
            <a:extLst>
              <a:ext uri="{FF2B5EF4-FFF2-40B4-BE49-F238E27FC236}">
                <a16:creationId xmlns:a16="http://schemas.microsoft.com/office/drawing/2014/main" id="{70CBE712-D6B5-E4A1-285B-06AB7D464DC8}"/>
              </a:ext>
            </a:extLst>
          </p:cNvPr>
          <p:cNvPicPr>
            <a:picLocks noChangeAspect="1"/>
          </p:cNvPicPr>
          <p:nvPr/>
        </p:nvPicPr>
        <p:blipFill>
          <a:blip r:embed="rId2"/>
          <a:srcRect r="-2" b="1619"/>
          <a:stretch>
            <a:fillRect/>
          </a:stretch>
        </p:blipFill>
        <p:spPr>
          <a:xfrm>
            <a:off x="7047513" y="975645"/>
            <a:ext cx="4443447" cy="4443447"/>
          </a:xfrm>
          <a:custGeom>
            <a:avLst/>
            <a:gdLst/>
            <a:ahLst/>
            <a:cxnLst/>
            <a:rect l="l" t="t" r="r" b="b"/>
            <a:pathLst>
              <a:path w="4694238" h="4694238">
                <a:moveTo>
                  <a:pt x="2347119" y="0"/>
                </a:moveTo>
                <a:cubicBezTo>
                  <a:pt x="3643397" y="0"/>
                  <a:pt x="4694238" y="1050841"/>
                  <a:pt x="4694238" y="2347119"/>
                </a:cubicBezTo>
                <a:cubicBezTo>
                  <a:pt x="4694238" y="3643397"/>
                  <a:pt x="3643397" y="4694238"/>
                  <a:pt x="2347119" y="4694238"/>
                </a:cubicBezTo>
                <a:cubicBezTo>
                  <a:pt x="1050841" y="4694238"/>
                  <a:pt x="0" y="3643397"/>
                  <a:pt x="0" y="2347119"/>
                </a:cubicBezTo>
                <a:cubicBezTo>
                  <a:pt x="0" y="1050841"/>
                  <a:pt x="1050841" y="0"/>
                  <a:pt x="2347119" y="0"/>
                </a:cubicBezTo>
                <a:close/>
              </a:path>
            </a:pathLst>
          </a:custGeom>
        </p:spPr>
      </p:pic>
      <p:sp>
        <p:nvSpPr>
          <p:cNvPr id="87" name="Rectangle 86">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70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7052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13C01B-5645-8FE2-263C-22944B78278E}"/>
              </a:ext>
            </a:extLst>
          </p:cNvPr>
          <p:cNvSpPr>
            <a:spLocks noGrp="1"/>
          </p:cNvSpPr>
          <p:nvPr>
            <p:ph type="title"/>
          </p:nvPr>
        </p:nvSpPr>
        <p:spPr>
          <a:xfrm>
            <a:off x="1157084" y="374427"/>
            <a:ext cx="10374517" cy="971512"/>
          </a:xfrm>
        </p:spPr>
        <p:txBody>
          <a:bodyPr anchor="ctr">
            <a:normAutofit/>
          </a:bodyPr>
          <a:lstStyle/>
          <a:p>
            <a:r>
              <a:rPr lang="en-IN" sz="3200">
                <a:solidFill>
                  <a:schemeClr val="bg1"/>
                </a:solidFill>
              </a:rPr>
              <a:t>RECOMMEDATIONS</a:t>
            </a:r>
          </a:p>
        </p:txBody>
      </p:sp>
      <p:graphicFrame>
        <p:nvGraphicFramePr>
          <p:cNvPr id="5" name="Content Placeholder 2">
            <a:extLst>
              <a:ext uri="{FF2B5EF4-FFF2-40B4-BE49-F238E27FC236}">
                <a16:creationId xmlns:a16="http://schemas.microsoft.com/office/drawing/2014/main" id="{2C943B82-6A8A-1D0A-43AC-EBDB26F64955}"/>
              </a:ext>
            </a:extLst>
          </p:cNvPr>
          <p:cNvGraphicFramePr>
            <a:graphicFrameLocks noGrp="1"/>
          </p:cNvGraphicFramePr>
          <p:nvPr>
            <p:ph idx="1"/>
            <p:extLst>
              <p:ext uri="{D42A27DB-BD31-4B8C-83A1-F6EECF244321}">
                <p14:modId xmlns:p14="http://schemas.microsoft.com/office/powerpoint/2010/main" val="1839506544"/>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4860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0" name="Rectangle 189">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2" name="Rectangle 19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F17E683-6B61-941D-96E3-2239F6715E9F}"/>
              </a:ext>
            </a:extLst>
          </p:cNvPr>
          <p:cNvSpPr txBox="1"/>
          <p:nvPr/>
        </p:nvSpPr>
        <p:spPr>
          <a:xfrm>
            <a:off x="1380236" y="286601"/>
            <a:ext cx="5929422" cy="1852976"/>
          </a:xfrm>
          <a:prstGeom prst="rect">
            <a:avLst/>
          </a:prstGeom>
        </p:spPr>
        <p:txBody>
          <a:bodyPr vert="horz" lIns="0" tIns="0" rIns="0" bIns="0" rtlCol="0" anchor="b">
            <a:normAutofit/>
          </a:bodyPr>
          <a:lstStyle/>
          <a:p>
            <a:pPr>
              <a:lnSpc>
                <a:spcPct val="90000"/>
              </a:lnSpc>
              <a:spcBef>
                <a:spcPct val="0"/>
              </a:spcBef>
              <a:spcAft>
                <a:spcPts val="600"/>
              </a:spcAft>
            </a:pPr>
            <a:r>
              <a:rPr lang="en-US" sz="3400" b="1" cap="all" spc="700">
                <a:latin typeface="+mj-lt"/>
                <a:ea typeface="+mj-ea"/>
                <a:cs typeface="+mj-cs"/>
              </a:rPr>
              <a:t>BUISNESS PROBLEM AND BUISNESS CONTEXT</a:t>
            </a:r>
          </a:p>
        </p:txBody>
      </p:sp>
      <p:sp>
        <p:nvSpPr>
          <p:cNvPr id="193" name="Rectangle 192">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chemeClr val="accent5"/>
              </a:gs>
              <a:gs pos="100000">
                <a:schemeClr val="accent2">
                  <a:lumMod val="60000"/>
                  <a:lumOff val="40000"/>
                  <a:alpha val="59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chemeClr val="accent6">
                  <a:lumMod val="75000"/>
                  <a:alpha val="61000"/>
                </a:schemeClr>
              </a:gs>
              <a:gs pos="99000">
                <a:schemeClr val="accent6">
                  <a:alpha val="87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83663ED-6214-8C6E-1B3B-ECADA779C2C8}"/>
              </a:ext>
            </a:extLst>
          </p:cNvPr>
          <p:cNvPicPr>
            <a:picLocks noChangeAspect="1"/>
          </p:cNvPicPr>
          <p:nvPr/>
        </p:nvPicPr>
        <p:blipFill>
          <a:blip r:embed="rId2"/>
          <a:srcRect l="15648" r="47038" b="-1"/>
          <a:stretch>
            <a:fillRect/>
          </a:stretch>
        </p:blipFill>
        <p:spPr>
          <a:xfrm>
            <a:off x="8115300" y="-12515"/>
            <a:ext cx="4076700" cy="6418631"/>
          </a:xfrm>
          <a:prstGeom prst="rect">
            <a:avLst/>
          </a:prstGeom>
        </p:spPr>
      </p:pic>
      <p:graphicFrame>
        <p:nvGraphicFramePr>
          <p:cNvPr id="15" name="TextBox 6">
            <a:extLst>
              <a:ext uri="{FF2B5EF4-FFF2-40B4-BE49-F238E27FC236}">
                <a16:creationId xmlns:a16="http://schemas.microsoft.com/office/drawing/2014/main" id="{7D8DDEA4-8939-76F7-C00A-025B04E465DA}"/>
              </a:ext>
            </a:extLst>
          </p:cNvPr>
          <p:cNvGraphicFramePr/>
          <p:nvPr>
            <p:extLst>
              <p:ext uri="{D42A27DB-BD31-4B8C-83A1-F6EECF244321}">
                <p14:modId xmlns:p14="http://schemas.microsoft.com/office/powerpoint/2010/main" val="2951839011"/>
              </p:ext>
            </p:extLst>
          </p:nvPr>
        </p:nvGraphicFramePr>
        <p:xfrm>
          <a:off x="1380237" y="2621381"/>
          <a:ext cx="5929422" cy="33222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28348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 name="Rectangle 75">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8" name="Rectangle 77">
            <a:extLst>
              <a:ext uri="{FF2B5EF4-FFF2-40B4-BE49-F238E27FC236}">
                <a16:creationId xmlns:a16="http://schemas.microsoft.com/office/drawing/2014/main" id="{45E4AB72-1C42-427F-801C-32A12FD69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57FC06A-1962-6E23-5D9A-27BABCF481D0}"/>
              </a:ext>
            </a:extLst>
          </p:cNvPr>
          <p:cNvSpPr txBox="1"/>
          <p:nvPr/>
        </p:nvSpPr>
        <p:spPr>
          <a:xfrm>
            <a:off x="1066800" y="914400"/>
            <a:ext cx="5148943" cy="1705383"/>
          </a:xfrm>
          <a:prstGeom prst="rect">
            <a:avLst/>
          </a:prstGeom>
        </p:spPr>
        <p:txBody>
          <a:bodyPr vert="horz" lIns="0" tIns="0" rIns="0" bIns="0" rtlCol="0" anchor="t">
            <a:normAutofit/>
          </a:bodyPr>
          <a:lstStyle/>
          <a:p>
            <a:pPr algn="r">
              <a:spcBef>
                <a:spcPct val="0"/>
              </a:spcBef>
              <a:spcAft>
                <a:spcPts val="600"/>
              </a:spcAft>
            </a:pPr>
            <a:r>
              <a:rPr lang="en-US" sz="3600" b="1" cap="all" spc="700">
                <a:latin typeface="+mj-lt"/>
                <a:ea typeface="+mj-ea"/>
                <a:cs typeface="+mj-cs"/>
              </a:rPr>
              <a:t>DATA OVERVIEW</a:t>
            </a:r>
          </a:p>
        </p:txBody>
      </p:sp>
      <p:sp>
        <p:nvSpPr>
          <p:cNvPr id="4" name="TextBox 3">
            <a:extLst>
              <a:ext uri="{FF2B5EF4-FFF2-40B4-BE49-F238E27FC236}">
                <a16:creationId xmlns:a16="http://schemas.microsoft.com/office/drawing/2014/main" id="{D9A9A2F3-23A5-D766-0DED-50EAC23B072B}"/>
              </a:ext>
            </a:extLst>
          </p:cNvPr>
          <p:cNvSpPr txBox="1"/>
          <p:nvPr/>
        </p:nvSpPr>
        <p:spPr>
          <a:xfrm>
            <a:off x="1066800" y="2764631"/>
            <a:ext cx="5029201" cy="2760562"/>
          </a:xfrm>
          <a:prstGeom prst="rect">
            <a:avLst/>
          </a:prstGeom>
        </p:spPr>
        <p:txBody>
          <a:bodyPr vert="horz" lIns="0" tIns="0" rIns="0" bIns="0" rtlCol="0" anchor="b">
            <a:normAutofit/>
          </a:bodyPr>
          <a:lstStyle/>
          <a:p>
            <a:pPr indent="-228600" algn="r">
              <a:lnSpc>
                <a:spcPct val="120000"/>
              </a:lnSpc>
              <a:spcAft>
                <a:spcPts val="600"/>
              </a:spcAft>
              <a:buFont typeface="Arial" panose="020B0604020202020204" pitchFamily="34" charset="0"/>
              <a:buChar char="•"/>
            </a:pPr>
            <a:r>
              <a:rPr lang="en-US" sz="1600"/>
              <a:t>The Ecommerce dataset consist of 100k+ records and have 35 features which includes the entire details about he orders of customers</a:t>
            </a:r>
          </a:p>
        </p:txBody>
      </p:sp>
      <p:pic>
        <p:nvPicPr>
          <p:cNvPr id="6" name="Picture 5">
            <a:extLst>
              <a:ext uri="{FF2B5EF4-FFF2-40B4-BE49-F238E27FC236}">
                <a16:creationId xmlns:a16="http://schemas.microsoft.com/office/drawing/2014/main" id="{EB3D7ACF-48FF-DAE2-F2F7-B8463D33E23F}"/>
              </a:ext>
            </a:extLst>
          </p:cNvPr>
          <p:cNvPicPr>
            <a:picLocks noChangeAspect="1"/>
          </p:cNvPicPr>
          <p:nvPr/>
        </p:nvPicPr>
        <p:blipFill>
          <a:blip r:embed="rId2"/>
          <a:stretch>
            <a:fillRect/>
          </a:stretch>
        </p:blipFill>
        <p:spPr>
          <a:xfrm>
            <a:off x="6555972" y="1028700"/>
            <a:ext cx="5481954" cy="4648619"/>
          </a:xfrm>
          <a:prstGeom prst="rect">
            <a:avLst/>
          </a:prstGeom>
        </p:spPr>
      </p:pic>
      <p:sp>
        <p:nvSpPr>
          <p:cNvPr id="79" name="Rectangle 78">
            <a:extLst>
              <a:ext uri="{FF2B5EF4-FFF2-40B4-BE49-F238E27FC236}">
                <a16:creationId xmlns:a16="http://schemas.microsoft.com/office/drawing/2014/main" id="{4CC257D2-6895-4677-996F-1A5FBB7F71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 y="6400800"/>
            <a:ext cx="12191999" cy="457198"/>
          </a:xfrm>
          <a:prstGeom prst="rect">
            <a:avLst/>
          </a:prstGeom>
          <a:gradFill>
            <a:gsLst>
              <a:gs pos="0">
                <a:schemeClr val="accent5">
                  <a:alpha val="80000"/>
                </a:schemeClr>
              </a:gs>
              <a:gs pos="100000">
                <a:schemeClr val="accent6">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4328FF51-22A9-49F6-8C79-1FFC470CA4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800"/>
            <a:ext cx="8153396" cy="457200"/>
          </a:xfrm>
          <a:prstGeom prst="rect">
            <a:avLst/>
          </a:prstGeom>
          <a:gradFill>
            <a:gsLst>
              <a:gs pos="0">
                <a:schemeClr val="accent6">
                  <a:alpha val="61000"/>
                </a:schemeClr>
              </a:gs>
              <a:gs pos="99000">
                <a:schemeClr val="accent2">
                  <a:alpha val="77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525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0ED18BE-3652-E553-A28F-6F956DCD793F}"/>
              </a:ext>
            </a:extLst>
          </p:cNvPr>
          <p:cNvSpPr txBox="1"/>
          <p:nvPr/>
        </p:nvSpPr>
        <p:spPr>
          <a:xfrm>
            <a:off x="1371600" y="457200"/>
            <a:ext cx="5268036" cy="2140145"/>
          </a:xfrm>
          <a:prstGeom prst="rect">
            <a:avLst/>
          </a:prstGeom>
        </p:spPr>
        <p:txBody>
          <a:bodyPr vert="horz" lIns="0" tIns="0" rIns="0" bIns="0" rtlCol="0" anchor="b">
            <a:normAutofit/>
          </a:bodyPr>
          <a:lstStyle/>
          <a:p>
            <a:pPr>
              <a:spcBef>
                <a:spcPct val="0"/>
              </a:spcBef>
              <a:spcAft>
                <a:spcPts val="600"/>
              </a:spcAft>
            </a:pPr>
            <a:r>
              <a:rPr lang="en-US" sz="3600" b="1" cap="all" spc="700">
                <a:latin typeface="+mj-lt"/>
                <a:ea typeface="+mj-ea"/>
                <a:cs typeface="+mj-cs"/>
              </a:rPr>
              <a:t>                                  MEHTODLOGY</a:t>
            </a:r>
          </a:p>
        </p:txBody>
      </p:sp>
      <p:sp>
        <p:nvSpPr>
          <p:cNvPr id="3" name="TextBox 2">
            <a:extLst>
              <a:ext uri="{FF2B5EF4-FFF2-40B4-BE49-F238E27FC236}">
                <a16:creationId xmlns:a16="http://schemas.microsoft.com/office/drawing/2014/main" id="{659E5192-9A89-1BF5-DFB4-C33013490AC4}"/>
              </a:ext>
            </a:extLst>
          </p:cNvPr>
          <p:cNvSpPr txBox="1"/>
          <p:nvPr/>
        </p:nvSpPr>
        <p:spPr>
          <a:xfrm>
            <a:off x="1371599" y="3054545"/>
            <a:ext cx="5268037" cy="2567508"/>
          </a:xfrm>
          <a:prstGeom prst="rect">
            <a:avLst/>
          </a:prstGeom>
        </p:spPr>
        <p:txBody>
          <a:bodyPr vert="horz" lIns="0" tIns="0" rIns="0" bIns="0" rtlCol="0" anchor="t">
            <a:normAutofit/>
          </a:bodyPr>
          <a:lstStyle/>
          <a:p>
            <a:pPr marL="285750" indent="-228600">
              <a:lnSpc>
                <a:spcPct val="110000"/>
              </a:lnSpc>
              <a:buFont typeface="Arial" panose="020B0604020202020204" pitchFamily="34" charset="0"/>
              <a:buChar char="•"/>
            </a:pPr>
            <a:r>
              <a:rPr lang="en-US" sz="1600" dirty="0"/>
              <a:t>Data collection</a:t>
            </a:r>
          </a:p>
          <a:p>
            <a:pPr indent="-228600">
              <a:lnSpc>
                <a:spcPct val="110000"/>
              </a:lnSpc>
              <a:spcAft>
                <a:spcPts val="600"/>
              </a:spcAft>
              <a:buFont typeface="Arial" panose="020B0604020202020204" pitchFamily="34" charset="0"/>
              <a:buChar char="•"/>
            </a:pPr>
            <a:r>
              <a:rPr lang="en-US" sz="1600" dirty="0"/>
              <a:t>Handled missing values using appropriate imputation  techniques.</a:t>
            </a:r>
          </a:p>
          <a:p>
            <a:pPr indent="-228600">
              <a:lnSpc>
                <a:spcPct val="110000"/>
              </a:lnSpc>
              <a:spcAft>
                <a:spcPts val="600"/>
              </a:spcAft>
              <a:buFont typeface="Arial" panose="020B0604020202020204" pitchFamily="34" charset="0"/>
              <a:buChar char="•"/>
            </a:pPr>
            <a:r>
              <a:rPr lang="en-US" sz="1600" dirty="0"/>
              <a:t>Removed duplicate records to ensure data consistency.</a:t>
            </a:r>
          </a:p>
          <a:p>
            <a:pPr indent="-228600">
              <a:lnSpc>
                <a:spcPct val="110000"/>
              </a:lnSpc>
              <a:spcAft>
                <a:spcPts val="600"/>
              </a:spcAft>
              <a:buFont typeface="Arial" panose="020B0604020202020204" pitchFamily="34" charset="0"/>
              <a:buChar char="•"/>
            </a:pPr>
            <a:r>
              <a:rPr lang="en-US" sz="1600" dirty="0"/>
              <a:t>Performed feature engineering</a:t>
            </a:r>
          </a:p>
          <a:p>
            <a:pPr indent="-228600">
              <a:lnSpc>
                <a:spcPct val="110000"/>
              </a:lnSpc>
              <a:spcAft>
                <a:spcPts val="600"/>
              </a:spcAft>
              <a:buFont typeface="Arial" panose="020B0604020202020204" pitchFamily="34" charset="0"/>
              <a:buChar char="•"/>
            </a:pPr>
            <a:r>
              <a:rPr lang="en-US" sz="1600" dirty="0"/>
              <a:t>Identified and treated outliers to improve data quality.</a:t>
            </a:r>
          </a:p>
          <a:p>
            <a:pPr indent="-228600">
              <a:lnSpc>
                <a:spcPct val="110000"/>
              </a:lnSpc>
              <a:spcAft>
                <a:spcPts val="600"/>
              </a:spcAft>
              <a:buFont typeface="Arial" panose="020B0604020202020204" pitchFamily="34" charset="0"/>
              <a:buChar char="•"/>
            </a:pPr>
            <a:r>
              <a:rPr lang="en-US" sz="1600" dirty="0"/>
              <a:t>Converted data types and standardized date formats for accurate</a:t>
            </a:r>
          </a:p>
        </p:txBody>
      </p:sp>
      <p:pic>
        <p:nvPicPr>
          <p:cNvPr id="5" name="Picture 4">
            <a:extLst>
              <a:ext uri="{FF2B5EF4-FFF2-40B4-BE49-F238E27FC236}">
                <a16:creationId xmlns:a16="http://schemas.microsoft.com/office/drawing/2014/main" id="{579066FA-2CB4-8C4C-3B11-1B50D768A06C}"/>
              </a:ext>
            </a:extLst>
          </p:cNvPr>
          <p:cNvPicPr>
            <a:picLocks noChangeAspect="1"/>
          </p:cNvPicPr>
          <p:nvPr/>
        </p:nvPicPr>
        <p:blipFill>
          <a:blip r:embed="rId2"/>
          <a:srcRect l="11211" r="9346"/>
          <a:stretch>
            <a:fillRect/>
          </a:stretch>
        </p:blipFill>
        <p:spPr>
          <a:xfrm>
            <a:off x="7047513" y="975645"/>
            <a:ext cx="4443447" cy="4443447"/>
          </a:xfrm>
          <a:custGeom>
            <a:avLst/>
            <a:gdLst/>
            <a:ahLst/>
            <a:cxnLst/>
            <a:rect l="l" t="t" r="r" b="b"/>
            <a:pathLst>
              <a:path w="4694238" h="4694238">
                <a:moveTo>
                  <a:pt x="2347119" y="0"/>
                </a:moveTo>
                <a:cubicBezTo>
                  <a:pt x="3643397" y="0"/>
                  <a:pt x="4694238" y="1050841"/>
                  <a:pt x="4694238" y="2347119"/>
                </a:cubicBezTo>
                <a:cubicBezTo>
                  <a:pt x="4694238" y="3643397"/>
                  <a:pt x="3643397" y="4694238"/>
                  <a:pt x="2347119" y="4694238"/>
                </a:cubicBezTo>
                <a:cubicBezTo>
                  <a:pt x="1050841" y="4694238"/>
                  <a:pt x="0" y="3643397"/>
                  <a:pt x="0" y="2347119"/>
                </a:cubicBezTo>
                <a:cubicBezTo>
                  <a:pt x="0" y="1050841"/>
                  <a:pt x="1050841" y="0"/>
                  <a:pt x="2347119" y="0"/>
                </a:cubicBezTo>
                <a:close/>
              </a:path>
            </a:pathLst>
          </a:custGeom>
        </p:spPr>
      </p:pic>
      <p:sp>
        <p:nvSpPr>
          <p:cNvPr id="23" name="Rectangle 22">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70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0114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11D6A2A3-F101-46F7-8B6F-1C699CAFE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EDDC58F-2860-D45C-7888-08B7DB09C314}"/>
              </a:ext>
            </a:extLst>
          </p:cNvPr>
          <p:cNvSpPr txBox="1"/>
          <p:nvPr/>
        </p:nvSpPr>
        <p:spPr>
          <a:xfrm>
            <a:off x="1371600" y="457200"/>
            <a:ext cx="4911393" cy="1556724"/>
          </a:xfrm>
          <a:prstGeom prst="rect">
            <a:avLst/>
          </a:prstGeom>
        </p:spPr>
        <p:txBody>
          <a:bodyPr vert="horz" lIns="0" tIns="0" rIns="0" bIns="0" rtlCol="0" anchor="b">
            <a:normAutofit/>
          </a:bodyPr>
          <a:lstStyle/>
          <a:p>
            <a:pPr>
              <a:lnSpc>
                <a:spcPct val="90000"/>
              </a:lnSpc>
              <a:spcBef>
                <a:spcPct val="0"/>
              </a:spcBef>
              <a:spcAft>
                <a:spcPts val="600"/>
              </a:spcAft>
            </a:pPr>
            <a:r>
              <a:rPr lang="en-US" sz="3600" b="1" cap="all" spc="700">
                <a:latin typeface="+mj-lt"/>
                <a:ea typeface="+mj-ea"/>
                <a:cs typeface="+mj-cs"/>
              </a:rPr>
              <a:t>TOOLS &amp; TECHNOLOGY USED</a:t>
            </a:r>
          </a:p>
        </p:txBody>
      </p:sp>
      <p:sp>
        <p:nvSpPr>
          <p:cNvPr id="3" name="TextBox 2">
            <a:extLst>
              <a:ext uri="{FF2B5EF4-FFF2-40B4-BE49-F238E27FC236}">
                <a16:creationId xmlns:a16="http://schemas.microsoft.com/office/drawing/2014/main" id="{21D2B8AD-1D8C-510C-FE07-302694C22A38}"/>
              </a:ext>
            </a:extLst>
          </p:cNvPr>
          <p:cNvSpPr txBox="1"/>
          <p:nvPr/>
        </p:nvSpPr>
        <p:spPr>
          <a:xfrm>
            <a:off x="1371601" y="2345635"/>
            <a:ext cx="4911392" cy="3583940"/>
          </a:xfrm>
          <a:prstGeom prst="rect">
            <a:avLst/>
          </a:prstGeom>
        </p:spPr>
        <p:txBody>
          <a:bodyPr vert="horz" lIns="0" tIns="0" rIns="0" bIns="0" rtlCol="0" anchor="t">
            <a:normAutofit/>
          </a:bodyPr>
          <a:lstStyle/>
          <a:p>
            <a:pPr indent="-228600">
              <a:lnSpc>
                <a:spcPct val="120000"/>
              </a:lnSpc>
              <a:spcAft>
                <a:spcPts val="600"/>
              </a:spcAft>
              <a:buFont typeface="Arial" panose="020B0604020202020204" pitchFamily="34" charset="0"/>
              <a:buChar char="•"/>
            </a:pPr>
            <a:r>
              <a:rPr lang="en-US" sz="1600" b="1"/>
              <a:t>Tools &amp; Libraries Used</a:t>
            </a:r>
          </a:p>
          <a:p>
            <a:pPr indent="-228600">
              <a:lnSpc>
                <a:spcPct val="120000"/>
              </a:lnSpc>
              <a:spcAft>
                <a:spcPts val="600"/>
              </a:spcAft>
              <a:buFont typeface="Arial" panose="020B0604020202020204" pitchFamily="34" charset="0"/>
              <a:buChar char="•"/>
            </a:pPr>
            <a:r>
              <a:rPr lang="en-US" sz="1600" b="1"/>
              <a:t>Python</a:t>
            </a:r>
            <a:r>
              <a:rPr lang="en-US" sz="1600"/>
              <a:t> – Data analysis and preprocessing.</a:t>
            </a:r>
          </a:p>
          <a:p>
            <a:pPr indent="-228600">
              <a:lnSpc>
                <a:spcPct val="120000"/>
              </a:lnSpc>
              <a:spcAft>
                <a:spcPts val="600"/>
              </a:spcAft>
              <a:buFont typeface="Arial" panose="020B0604020202020204" pitchFamily="34" charset="0"/>
              <a:buChar char="•"/>
            </a:pPr>
            <a:r>
              <a:rPr lang="en-US" sz="1600" b="1"/>
              <a:t>Pandas</a:t>
            </a:r>
            <a:r>
              <a:rPr lang="en-US" sz="1600"/>
              <a:t> – Data cleaning, manipulation, and feature engineering.</a:t>
            </a:r>
          </a:p>
          <a:p>
            <a:pPr indent="-228600">
              <a:lnSpc>
                <a:spcPct val="120000"/>
              </a:lnSpc>
              <a:spcAft>
                <a:spcPts val="600"/>
              </a:spcAft>
              <a:buFont typeface="Arial" panose="020B0604020202020204" pitchFamily="34" charset="0"/>
              <a:buChar char="•"/>
            </a:pPr>
            <a:r>
              <a:rPr lang="en-US" sz="1600" b="1"/>
              <a:t>NumPy</a:t>
            </a:r>
            <a:r>
              <a:rPr lang="en-US" sz="1600"/>
              <a:t> – Numerical computations and data handling.</a:t>
            </a:r>
          </a:p>
          <a:p>
            <a:pPr indent="-228600">
              <a:lnSpc>
                <a:spcPct val="120000"/>
              </a:lnSpc>
              <a:spcAft>
                <a:spcPts val="600"/>
              </a:spcAft>
              <a:buFont typeface="Arial" panose="020B0604020202020204" pitchFamily="34" charset="0"/>
              <a:buChar char="•"/>
            </a:pPr>
            <a:r>
              <a:rPr lang="en-US" sz="1600" b="1"/>
              <a:t>Matplotlib</a:t>
            </a:r>
            <a:r>
              <a:rPr lang="en-US" sz="1600"/>
              <a:t> – Data visualization and chart creation.</a:t>
            </a:r>
          </a:p>
          <a:p>
            <a:pPr indent="-228600">
              <a:lnSpc>
                <a:spcPct val="120000"/>
              </a:lnSpc>
              <a:spcAft>
                <a:spcPts val="600"/>
              </a:spcAft>
              <a:buFont typeface="Arial" panose="020B0604020202020204" pitchFamily="34" charset="0"/>
              <a:buChar char="•"/>
            </a:pPr>
            <a:r>
              <a:rPr lang="en-US" sz="1600" b="1"/>
              <a:t>Seaborn</a:t>
            </a:r>
            <a:r>
              <a:rPr lang="en-US" sz="1600"/>
              <a:t> – Statistical visualization and exploratory data analysis.</a:t>
            </a:r>
          </a:p>
          <a:p>
            <a:pPr indent="-228600">
              <a:lnSpc>
                <a:spcPct val="120000"/>
              </a:lnSpc>
              <a:spcAft>
                <a:spcPts val="600"/>
              </a:spcAft>
              <a:buFont typeface="Arial" panose="020B0604020202020204" pitchFamily="34" charset="0"/>
              <a:buChar char="•"/>
            </a:pPr>
            <a:r>
              <a:rPr lang="en-US" sz="1600" b="1"/>
              <a:t>Google Colab / Jupyter Notebook</a:t>
            </a:r>
            <a:r>
              <a:rPr lang="en-US" sz="1600"/>
              <a:t> – Development and analysis environment.</a:t>
            </a:r>
          </a:p>
          <a:p>
            <a:pPr indent="-228600">
              <a:lnSpc>
                <a:spcPct val="120000"/>
              </a:lnSpc>
              <a:buFont typeface="Arial" panose="020B0604020202020204" pitchFamily="34" charset="0"/>
              <a:buChar char="•"/>
            </a:pPr>
            <a:endParaRPr lang="en-US" sz="1600"/>
          </a:p>
        </p:txBody>
      </p:sp>
      <p:pic>
        <p:nvPicPr>
          <p:cNvPr id="7" name="Graphic 6" descr="Panda">
            <a:extLst>
              <a:ext uri="{FF2B5EF4-FFF2-40B4-BE49-F238E27FC236}">
                <a16:creationId xmlns:a16="http://schemas.microsoft.com/office/drawing/2014/main" id="{7A4F1C0F-834F-D458-EAD7-E44008CB0B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44639" y="648307"/>
            <a:ext cx="5090161" cy="5090161"/>
          </a:xfrm>
          <a:prstGeom prst="rect">
            <a:avLst/>
          </a:prstGeom>
        </p:spPr>
      </p:pic>
      <p:sp>
        <p:nvSpPr>
          <p:cNvPr id="16" name="Rectangle 15">
            <a:extLst>
              <a:ext uri="{FF2B5EF4-FFF2-40B4-BE49-F238E27FC236}">
                <a16:creationId xmlns:a16="http://schemas.microsoft.com/office/drawing/2014/main" id="{529E760E-527D-4053-A309-F2BDE1250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6400800"/>
            <a:ext cx="12191999" cy="457198"/>
          </a:xfrm>
          <a:prstGeom prst="rect">
            <a:avLst/>
          </a:prstGeom>
          <a:gradFill>
            <a:gsLst>
              <a:gs pos="0">
                <a:schemeClr val="accent2"/>
              </a:gs>
              <a:gs pos="100000">
                <a:schemeClr val="accent6">
                  <a:lumMod val="75000"/>
                  <a:alpha val="8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153D448-4ED1-429A-A28C-8316DE7CA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8"/>
            <a:ext cx="8153396" cy="448831"/>
          </a:xfrm>
          <a:prstGeom prst="rect">
            <a:avLst/>
          </a:prstGeom>
          <a:gradFill>
            <a:gsLst>
              <a:gs pos="0">
                <a:schemeClr val="accent5">
                  <a:alpha val="5000"/>
                </a:schemeClr>
              </a:gs>
              <a:gs pos="99000">
                <a:schemeClr val="accent5">
                  <a:alpha val="72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5218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1CBA63-3CFD-4983-1354-57BE40177A77}"/>
              </a:ext>
            </a:extLst>
          </p:cNvPr>
          <p:cNvSpPr txBox="1"/>
          <p:nvPr/>
        </p:nvSpPr>
        <p:spPr>
          <a:xfrm>
            <a:off x="3038168" y="306637"/>
            <a:ext cx="7495314" cy="646331"/>
          </a:xfrm>
          <a:prstGeom prst="rect">
            <a:avLst/>
          </a:prstGeom>
          <a:noFill/>
        </p:spPr>
        <p:txBody>
          <a:bodyPr wrap="square" rtlCol="0">
            <a:spAutoFit/>
          </a:bodyPr>
          <a:lstStyle/>
          <a:p>
            <a:r>
              <a:rPr lang="en-IN" sz="3600" dirty="0"/>
              <a:t>Analysis of Objective Questions</a:t>
            </a:r>
          </a:p>
        </p:txBody>
      </p:sp>
      <p:sp>
        <p:nvSpPr>
          <p:cNvPr id="4" name="TextBox 3">
            <a:extLst>
              <a:ext uri="{FF2B5EF4-FFF2-40B4-BE49-F238E27FC236}">
                <a16:creationId xmlns:a16="http://schemas.microsoft.com/office/drawing/2014/main" id="{B244439F-6986-9DE4-94B8-2302B482539C}"/>
              </a:ext>
            </a:extLst>
          </p:cNvPr>
          <p:cNvSpPr txBox="1"/>
          <p:nvPr/>
        </p:nvSpPr>
        <p:spPr>
          <a:xfrm>
            <a:off x="1081548" y="4139381"/>
            <a:ext cx="10677832" cy="923330"/>
          </a:xfrm>
          <a:prstGeom prst="rect">
            <a:avLst/>
          </a:prstGeom>
          <a:noFill/>
        </p:spPr>
        <p:txBody>
          <a:bodyPr wrap="square" rtlCol="0">
            <a:spAutoFit/>
          </a:bodyPr>
          <a:lstStyle/>
          <a:p>
            <a:r>
              <a:rPr lang="en-IN" dirty="0"/>
              <a:t>Sales peak sharply in November, likely driven by holiday-season shopping such as Black Friday and Cyber Monday, while February marks the seasonal low point — an opportunity for targeted promotions during slower months.</a:t>
            </a:r>
          </a:p>
          <a:p>
            <a:endParaRPr lang="en-IN" dirty="0"/>
          </a:p>
        </p:txBody>
      </p:sp>
      <p:pic>
        <p:nvPicPr>
          <p:cNvPr id="5" name="Picture 4">
            <a:extLst>
              <a:ext uri="{FF2B5EF4-FFF2-40B4-BE49-F238E27FC236}">
                <a16:creationId xmlns:a16="http://schemas.microsoft.com/office/drawing/2014/main" id="{CE4B1909-0E27-19D5-2F82-684514FE2CF6}"/>
              </a:ext>
            </a:extLst>
          </p:cNvPr>
          <p:cNvPicPr>
            <a:picLocks noChangeAspect="1"/>
          </p:cNvPicPr>
          <p:nvPr/>
        </p:nvPicPr>
        <p:blipFill>
          <a:blip r:embed="rId2"/>
          <a:srcRect/>
          <a:stretch>
            <a:fillRect/>
          </a:stretch>
        </p:blipFill>
        <p:spPr bwMode="auto">
          <a:xfrm>
            <a:off x="2453148" y="1235023"/>
            <a:ext cx="7285703" cy="2719490"/>
          </a:xfrm>
          <a:prstGeom prst="rect">
            <a:avLst/>
          </a:prstGeom>
        </p:spPr>
      </p:pic>
    </p:spTree>
    <p:extLst>
      <p:ext uri="{BB962C8B-B14F-4D97-AF65-F5344CB8AC3E}">
        <p14:creationId xmlns:p14="http://schemas.microsoft.com/office/powerpoint/2010/main" val="918738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8AE03D-49AC-ACC6-4D6B-AA5F19EDBF9B}"/>
              </a:ext>
            </a:extLst>
          </p:cNvPr>
          <p:cNvSpPr txBox="1"/>
          <p:nvPr/>
        </p:nvSpPr>
        <p:spPr>
          <a:xfrm>
            <a:off x="3205317" y="245806"/>
            <a:ext cx="6528619" cy="923330"/>
          </a:xfrm>
          <a:prstGeom prst="rect">
            <a:avLst/>
          </a:prstGeom>
          <a:noFill/>
        </p:spPr>
        <p:txBody>
          <a:bodyPr wrap="square" rtlCol="0">
            <a:spAutoFit/>
          </a:bodyPr>
          <a:lstStyle/>
          <a:p>
            <a:r>
              <a:rPr lang="en-IN" sz="3600" dirty="0"/>
              <a:t>Analysis of Objective Questions</a:t>
            </a:r>
          </a:p>
          <a:p>
            <a:endParaRPr lang="en-IN" dirty="0"/>
          </a:p>
        </p:txBody>
      </p:sp>
      <p:pic>
        <p:nvPicPr>
          <p:cNvPr id="3" name="Picture 2">
            <a:extLst>
              <a:ext uri="{FF2B5EF4-FFF2-40B4-BE49-F238E27FC236}">
                <a16:creationId xmlns:a16="http://schemas.microsoft.com/office/drawing/2014/main" id="{13DB9AFF-AA4A-A869-8516-2777492B9A2C}"/>
              </a:ext>
            </a:extLst>
          </p:cNvPr>
          <p:cNvPicPr>
            <a:picLocks noChangeAspect="1"/>
          </p:cNvPicPr>
          <p:nvPr/>
        </p:nvPicPr>
        <p:blipFill>
          <a:blip r:embed="rId2"/>
          <a:srcRect/>
          <a:stretch>
            <a:fillRect/>
          </a:stretch>
        </p:blipFill>
        <p:spPr bwMode="auto">
          <a:xfrm>
            <a:off x="2556387" y="1472841"/>
            <a:ext cx="5486400" cy="2162175"/>
          </a:xfrm>
          <a:prstGeom prst="rect">
            <a:avLst/>
          </a:prstGeom>
        </p:spPr>
      </p:pic>
      <p:sp>
        <p:nvSpPr>
          <p:cNvPr id="5" name="TextBox 4">
            <a:extLst>
              <a:ext uri="{FF2B5EF4-FFF2-40B4-BE49-F238E27FC236}">
                <a16:creationId xmlns:a16="http://schemas.microsoft.com/office/drawing/2014/main" id="{C291014E-DF50-6406-C4D3-621D18B9176F}"/>
              </a:ext>
            </a:extLst>
          </p:cNvPr>
          <p:cNvSpPr txBox="1"/>
          <p:nvPr/>
        </p:nvSpPr>
        <p:spPr>
          <a:xfrm>
            <a:off x="2556387" y="4131594"/>
            <a:ext cx="7698658" cy="998800"/>
          </a:xfrm>
          <a:prstGeom prst="rect">
            <a:avLst/>
          </a:prstGeom>
          <a:noFill/>
        </p:spPr>
        <p:txBody>
          <a:bodyPr wrap="square">
            <a:spAutoFit/>
          </a:bodyPr>
          <a:lstStyle/>
          <a:p>
            <a:pPr marL="63500">
              <a:lnSpc>
                <a:spcPct val="111000"/>
              </a:lnSpc>
              <a:spcBef>
                <a:spcPts val="550"/>
              </a:spcBef>
              <a:spcAft>
                <a:spcPts val="350"/>
              </a:spcAft>
              <a:buNone/>
            </a:pPr>
            <a:r>
              <a:rPr lang="en-IN" sz="1800" dirty="0">
                <a:solidFill>
                  <a:srgbClr val="262626"/>
                </a:solidFill>
                <a:effectLst/>
                <a:latin typeface="Calibri" panose="020F0502020204030204" pitchFamily="34" charset="0"/>
                <a:ea typeface="Calibri" panose="020F0502020204030204" pitchFamily="34" charset="0"/>
              </a:rPr>
              <a:t>Technology products are the primary sales driver and merit continued investment, while Office Supplies may benefit from bundling or promotional strategies to boost demand.</a:t>
            </a:r>
            <a:endParaRPr lang="en-IN" sz="18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071369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1CDFD5-0F2F-2BA2-58E8-748717946BA5}"/>
              </a:ext>
            </a:extLst>
          </p:cNvPr>
          <p:cNvSpPr txBox="1"/>
          <p:nvPr/>
        </p:nvSpPr>
        <p:spPr>
          <a:xfrm>
            <a:off x="2281084" y="326612"/>
            <a:ext cx="8150942" cy="646331"/>
          </a:xfrm>
          <a:prstGeom prst="rect">
            <a:avLst/>
          </a:prstGeom>
          <a:noFill/>
        </p:spPr>
        <p:txBody>
          <a:bodyPr wrap="square">
            <a:spAutoFit/>
          </a:bodyPr>
          <a:lstStyle/>
          <a:p>
            <a:r>
              <a:rPr lang="en-IN" sz="3600" dirty="0"/>
              <a:t>Analysis of Objective Questions</a:t>
            </a:r>
          </a:p>
        </p:txBody>
      </p:sp>
      <p:pic>
        <p:nvPicPr>
          <p:cNvPr id="4" name="Picture 3">
            <a:extLst>
              <a:ext uri="{FF2B5EF4-FFF2-40B4-BE49-F238E27FC236}">
                <a16:creationId xmlns:a16="http://schemas.microsoft.com/office/drawing/2014/main" id="{A7854481-AD98-CB04-8D87-E1A35E38F7DD}"/>
              </a:ext>
            </a:extLst>
          </p:cNvPr>
          <p:cNvPicPr>
            <a:picLocks noChangeAspect="1"/>
          </p:cNvPicPr>
          <p:nvPr/>
        </p:nvPicPr>
        <p:blipFill>
          <a:blip r:embed="rId2"/>
          <a:srcRect/>
          <a:stretch>
            <a:fillRect/>
          </a:stretch>
        </p:blipFill>
        <p:spPr bwMode="auto">
          <a:xfrm>
            <a:off x="2729802" y="1371600"/>
            <a:ext cx="5486400" cy="2057400"/>
          </a:xfrm>
          <a:prstGeom prst="rect">
            <a:avLst/>
          </a:prstGeom>
        </p:spPr>
      </p:pic>
      <p:sp>
        <p:nvSpPr>
          <p:cNvPr id="6" name="TextBox 5">
            <a:extLst>
              <a:ext uri="{FF2B5EF4-FFF2-40B4-BE49-F238E27FC236}">
                <a16:creationId xmlns:a16="http://schemas.microsoft.com/office/drawing/2014/main" id="{9F84B192-CB25-1149-A395-610DFC618162}"/>
              </a:ext>
            </a:extLst>
          </p:cNvPr>
          <p:cNvSpPr txBox="1"/>
          <p:nvPr/>
        </p:nvSpPr>
        <p:spPr>
          <a:xfrm>
            <a:off x="2870183" y="4070213"/>
            <a:ext cx="7217714" cy="923330"/>
          </a:xfrm>
          <a:prstGeom prst="rect">
            <a:avLst/>
          </a:prstGeom>
          <a:noFill/>
        </p:spPr>
        <p:txBody>
          <a:bodyPr wrap="square">
            <a:spAutoFit/>
          </a:bodyPr>
          <a:lstStyle/>
          <a:p>
            <a:r>
              <a:rPr lang="en-IN" sz="1800" dirty="0">
                <a:solidFill>
                  <a:srgbClr val="262626"/>
                </a:solidFill>
                <a:effectLst/>
                <a:latin typeface="Calibri" panose="020F0502020204030204" pitchFamily="34" charset="0"/>
                <a:ea typeface="Calibri" panose="020F0502020204030204" pitchFamily="34" charset="0"/>
              </a:rPr>
              <a:t>Phones are the strongest-performing subcategory and a key revenue contributor within Technology, while consistently low performers such as Envelopes warrant a review of pricing, placement, or continued stocking</a:t>
            </a:r>
            <a:endParaRPr lang="en-IN" dirty="0"/>
          </a:p>
        </p:txBody>
      </p:sp>
    </p:spTree>
    <p:extLst>
      <p:ext uri="{BB962C8B-B14F-4D97-AF65-F5344CB8AC3E}">
        <p14:creationId xmlns:p14="http://schemas.microsoft.com/office/powerpoint/2010/main" val="3673340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768266-FE6C-6C14-D505-76FC2BA0CF36}"/>
              </a:ext>
            </a:extLst>
          </p:cNvPr>
          <p:cNvSpPr txBox="1"/>
          <p:nvPr/>
        </p:nvSpPr>
        <p:spPr>
          <a:xfrm>
            <a:off x="2900516" y="474095"/>
            <a:ext cx="7108722" cy="646331"/>
          </a:xfrm>
          <a:prstGeom prst="rect">
            <a:avLst/>
          </a:prstGeom>
          <a:noFill/>
        </p:spPr>
        <p:txBody>
          <a:bodyPr wrap="square">
            <a:spAutoFit/>
          </a:bodyPr>
          <a:lstStyle/>
          <a:p>
            <a:r>
              <a:rPr lang="en-IN" sz="3600" dirty="0"/>
              <a:t>Analysis of Objective Questions</a:t>
            </a:r>
          </a:p>
        </p:txBody>
      </p:sp>
      <p:pic>
        <p:nvPicPr>
          <p:cNvPr id="4" name="Picture 3">
            <a:extLst>
              <a:ext uri="{FF2B5EF4-FFF2-40B4-BE49-F238E27FC236}">
                <a16:creationId xmlns:a16="http://schemas.microsoft.com/office/drawing/2014/main" id="{EDAA47D9-A6C4-332B-2678-23D17C48E042}"/>
              </a:ext>
            </a:extLst>
          </p:cNvPr>
          <p:cNvPicPr>
            <a:picLocks noChangeAspect="1"/>
          </p:cNvPicPr>
          <p:nvPr/>
        </p:nvPicPr>
        <p:blipFill>
          <a:blip r:embed="rId2"/>
          <a:srcRect/>
          <a:stretch>
            <a:fillRect/>
          </a:stretch>
        </p:blipFill>
        <p:spPr bwMode="auto">
          <a:xfrm>
            <a:off x="3352800" y="1695354"/>
            <a:ext cx="5486400" cy="1990725"/>
          </a:xfrm>
          <a:prstGeom prst="rect">
            <a:avLst/>
          </a:prstGeom>
        </p:spPr>
      </p:pic>
      <p:sp>
        <p:nvSpPr>
          <p:cNvPr id="6" name="TextBox 5">
            <a:extLst>
              <a:ext uri="{FF2B5EF4-FFF2-40B4-BE49-F238E27FC236}">
                <a16:creationId xmlns:a16="http://schemas.microsoft.com/office/drawing/2014/main" id="{F91B8766-7F5F-4A4B-BD7E-CD7C09407E8F}"/>
              </a:ext>
            </a:extLst>
          </p:cNvPr>
          <p:cNvSpPr txBox="1"/>
          <p:nvPr/>
        </p:nvSpPr>
        <p:spPr>
          <a:xfrm>
            <a:off x="3578105" y="4345515"/>
            <a:ext cx="6094324" cy="1200329"/>
          </a:xfrm>
          <a:prstGeom prst="rect">
            <a:avLst/>
          </a:prstGeom>
          <a:noFill/>
        </p:spPr>
        <p:txBody>
          <a:bodyPr wrap="square">
            <a:spAutoFit/>
          </a:bodyPr>
          <a:lstStyle/>
          <a:p>
            <a:r>
              <a:rPr lang="en-IN" sz="1800" dirty="0">
                <a:solidFill>
                  <a:srgbClr val="262626"/>
                </a:solidFill>
                <a:effectLst/>
                <a:latin typeface="Calibri" panose="020F0502020204030204" pitchFamily="34" charset="0"/>
                <a:ea typeface="Calibri" panose="020F0502020204030204" pitchFamily="34" charset="0"/>
              </a:rPr>
              <a:t>Profit peaks in December align with year-end and holiday purchasing, while the January decline suggests a post-holiday slowdown that could be offset with early-year promotional campaigns.</a:t>
            </a:r>
            <a:endParaRPr lang="en-IN" dirty="0"/>
          </a:p>
        </p:txBody>
      </p:sp>
    </p:spTree>
    <p:extLst>
      <p:ext uri="{BB962C8B-B14F-4D97-AF65-F5344CB8AC3E}">
        <p14:creationId xmlns:p14="http://schemas.microsoft.com/office/powerpoint/2010/main" val="4238692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8523F7-605A-F1AF-8B87-9B8FCDA5A8CC}"/>
              </a:ext>
            </a:extLst>
          </p:cNvPr>
          <p:cNvSpPr txBox="1"/>
          <p:nvPr/>
        </p:nvSpPr>
        <p:spPr>
          <a:xfrm>
            <a:off x="2871019" y="444598"/>
            <a:ext cx="7295536" cy="646331"/>
          </a:xfrm>
          <a:prstGeom prst="rect">
            <a:avLst/>
          </a:prstGeom>
          <a:noFill/>
        </p:spPr>
        <p:txBody>
          <a:bodyPr wrap="square">
            <a:spAutoFit/>
          </a:bodyPr>
          <a:lstStyle/>
          <a:p>
            <a:r>
              <a:rPr lang="en-IN" sz="3600" dirty="0"/>
              <a:t>Analysis of Objective Questions</a:t>
            </a:r>
          </a:p>
        </p:txBody>
      </p:sp>
      <p:sp>
        <p:nvSpPr>
          <p:cNvPr id="5" name="TextBox 4">
            <a:extLst>
              <a:ext uri="{FF2B5EF4-FFF2-40B4-BE49-F238E27FC236}">
                <a16:creationId xmlns:a16="http://schemas.microsoft.com/office/drawing/2014/main" id="{FC45E966-3076-141D-E10E-D2FC6E4D5035}"/>
              </a:ext>
            </a:extLst>
          </p:cNvPr>
          <p:cNvSpPr txBox="1"/>
          <p:nvPr/>
        </p:nvSpPr>
        <p:spPr>
          <a:xfrm>
            <a:off x="3283974" y="4110335"/>
            <a:ext cx="6096000" cy="923330"/>
          </a:xfrm>
          <a:prstGeom prst="rect">
            <a:avLst/>
          </a:prstGeom>
          <a:noFill/>
        </p:spPr>
        <p:txBody>
          <a:bodyPr wrap="square">
            <a:spAutoFit/>
          </a:bodyPr>
          <a:lstStyle/>
          <a:p>
            <a:r>
              <a:rPr lang="en-IN" sz="1800" dirty="0">
                <a:solidFill>
                  <a:srgbClr val="262626"/>
                </a:solidFill>
                <a:effectLst/>
                <a:latin typeface="Calibri" panose="020F0502020204030204" pitchFamily="34" charset="0"/>
                <a:ea typeface="Calibri" panose="020F0502020204030204" pitchFamily="34" charset="0"/>
              </a:rPr>
              <a:t>Furniture's comparatively low profit despite meaningful sales volume points to thin margins, indicating a need to review pricing or cost structure for this category</a:t>
            </a:r>
            <a:endParaRPr lang="en-IN" dirty="0"/>
          </a:p>
        </p:txBody>
      </p:sp>
      <p:pic>
        <p:nvPicPr>
          <p:cNvPr id="6" name="Picture 5">
            <a:extLst>
              <a:ext uri="{FF2B5EF4-FFF2-40B4-BE49-F238E27FC236}">
                <a16:creationId xmlns:a16="http://schemas.microsoft.com/office/drawing/2014/main" id="{6E00ADC0-7597-C53D-7354-68E8FB974AAD}"/>
              </a:ext>
            </a:extLst>
          </p:cNvPr>
          <p:cNvPicPr>
            <a:picLocks noChangeAspect="1"/>
          </p:cNvPicPr>
          <p:nvPr/>
        </p:nvPicPr>
        <p:blipFill>
          <a:blip r:embed="rId2"/>
          <a:srcRect/>
          <a:stretch>
            <a:fillRect/>
          </a:stretch>
        </p:blipFill>
        <p:spPr bwMode="auto">
          <a:xfrm>
            <a:off x="3156154" y="1400020"/>
            <a:ext cx="5486400" cy="1914525"/>
          </a:xfrm>
          <a:prstGeom prst="rect">
            <a:avLst/>
          </a:prstGeom>
        </p:spPr>
      </p:pic>
    </p:spTree>
    <p:extLst>
      <p:ext uri="{BB962C8B-B14F-4D97-AF65-F5344CB8AC3E}">
        <p14:creationId xmlns:p14="http://schemas.microsoft.com/office/powerpoint/2010/main" val="1670353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137E49-E2D6-9307-1DDC-497372CF3D9E}"/>
              </a:ext>
            </a:extLst>
          </p:cNvPr>
          <p:cNvSpPr txBox="1"/>
          <p:nvPr/>
        </p:nvSpPr>
        <p:spPr>
          <a:xfrm>
            <a:off x="2969342" y="641297"/>
            <a:ext cx="7194700" cy="646331"/>
          </a:xfrm>
          <a:prstGeom prst="rect">
            <a:avLst/>
          </a:prstGeom>
          <a:noFill/>
        </p:spPr>
        <p:txBody>
          <a:bodyPr wrap="square">
            <a:spAutoFit/>
          </a:bodyPr>
          <a:lstStyle/>
          <a:p>
            <a:r>
              <a:rPr lang="en-IN" sz="3600" dirty="0"/>
              <a:t>Analysis of Objective Questions</a:t>
            </a:r>
          </a:p>
        </p:txBody>
      </p:sp>
      <p:pic>
        <p:nvPicPr>
          <p:cNvPr id="4" name="Picture 3">
            <a:extLst>
              <a:ext uri="{FF2B5EF4-FFF2-40B4-BE49-F238E27FC236}">
                <a16:creationId xmlns:a16="http://schemas.microsoft.com/office/drawing/2014/main" id="{56A82C81-CDAE-2DCF-ACC7-A46F15C3A0F5}"/>
              </a:ext>
            </a:extLst>
          </p:cNvPr>
          <p:cNvPicPr>
            <a:picLocks noChangeAspect="1"/>
          </p:cNvPicPr>
          <p:nvPr/>
        </p:nvPicPr>
        <p:blipFill>
          <a:blip r:embed="rId2"/>
          <a:srcRect/>
          <a:stretch>
            <a:fillRect/>
          </a:stretch>
        </p:blipFill>
        <p:spPr bwMode="auto">
          <a:xfrm>
            <a:off x="3215148" y="1628006"/>
            <a:ext cx="5486400" cy="2028825"/>
          </a:xfrm>
          <a:prstGeom prst="rect">
            <a:avLst/>
          </a:prstGeom>
        </p:spPr>
      </p:pic>
      <p:sp>
        <p:nvSpPr>
          <p:cNvPr id="6" name="TextBox 5">
            <a:extLst>
              <a:ext uri="{FF2B5EF4-FFF2-40B4-BE49-F238E27FC236}">
                <a16:creationId xmlns:a16="http://schemas.microsoft.com/office/drawing/2014/main" id="{5DC725C1-AB75-E557-3C14-DD995C64F043}"/>
              </a:ext>
            </a:extLst>
          </p:cNvPr>
          <p:cNvSpPr txBox="1"/>
          <p:nvPr/>
        </p:nvSpPr>
        <p:spPr>
          <a:xfrm>
            <a:off x="3215148" y="4426562"/>
            <a:ext cx="6096000" cy="998800"/>
          </a:xfrm>
          <a:prstGeom prst="rect">
            <a:avLst/>
          </a:prstGeom>
          <a:noFill/>
        </p:spPr>
        <p:txBody>
          <a:bodyPr wrap="square">
            <a:spAutoFit/>
          </a:bodyPr>
          <a:lstStyle/>
          <a:p>
            <a:pPr marL="63500">
              <a:lnSpc>
                <a:spcPct val="111000"/>
              </a:lnSpc>
              <a:spcBef>
                <a:spcPts val="550"/>
              </a:spcBef>
              <a:spcAft>
                <a:spcPts val="350"/>
              </a:spcAft>
              <a:buNone/>
            </a:pPr>
            <a:r>
              <a:rPr lang="en-IN" sz="1800" dirty="0">
                <a:solidFill>
                  <a:srgbClr val="262626"/>
                </a:solidFill>
                <a:effectLst/>
                <a:latin typeface="Calibri" panose="020F0502020204030204" pitchFamily="34" charset="0"/>
                <a:ea typeface="Calibri" panose="020F0502020204030204" pitchFamily="34" charset="0"/>
              </a:rPr>
              <a:t>The Consumer segment is the most valuable customer group by both revenue and profit, making it the top priority for retention and loyalty initiatives.</a:t>
            </a:r>
            <a:endParaRPr lang="en-IN" sz="18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202534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6" name="Rectangle 35">
            <a:extLst>
              <a:ext uri="{FF2B5EF4-FFF2-40B4-BE49-F238E27FC236}">
                <a16:creationId xmlns:a16="http://schemas.microsoft.com/office/drawing/2014/main" id="{FE0A6C7C-0AE6-48BC-951D-9663738EE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88F7DC0D-FB41-40DE-9A2A-1621F2F269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07" y="5257371"/>
            <a:ext cx="12203207"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70CEE6E3-70B6-4693-8985-3413141EE2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73356" y="5256871"/>
            <a:ext cx="8118644" cy="1594270"/>
          </a:xfrm>
          <a:prstGeom prst="rect">
            <a:avLst/>
          </a:prstGeom>
          <a:gradFill>
            <a:gsLst>
              <a:gs pos="22000">
                <a:schemeClr val="accent2">
                  <a:alpha val="0"/>
                </a:schemeClr>
              </a:gs>
              <a:gs pos="99000">
                <a:schemeClr val="accent2">
                  <a:alpha val="50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AC56B1E5-8C40-4B38-9E01-086401F40D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477235" y="4347947"/>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373BF372-AF59-4E6A-B507-99714F0DD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751495" y="5254192"/>
            <a:ext cx="10451711" cy="114660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3E51228A-E070-4CBB-B003-E1F8EB0AF3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07" y="5260786"/>
            <a:ext cx="7199156" cy="1596786"/>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B61AB5B3-299F-402C-A990-BCBB37FE09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982543" y="2273948"/>
            <a:ext cx="1594272" cy="7581771"/>
          </a:xfrm>
          <a:prstGeom prst="rect">
            <a:avLst/>
          </a:prstGeom>
          <a:gradFill>
            <a:gsLst>
              <a:gs pos="16000">
                <a:schemeClr val="accent4">
                  <a:alpha val="0"/>
                </a:schemeClr>
              </a:gs>
              <a:gs pos="99000">
                <a:schemeClr val="accent4">
                  <a:alpha val="39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7735ADA2-3E50-01D0-E273-8302BB70DCE1}"/>
              </a:ext>
            </a:extLst>
          </p:cNvPr>
          <p:cNvSpPr txBox="1"/>
          <p:nvPr/>
        </p:nvSpPr>
        <p:spPr>
          <a:xfrm>
            <a:off x="1080052" y="5605670"/>
            <a:ext cx="9906807" cy="802042"/>
          </a:xfrm>
          <a:prstGeom prst="rect">
            <a:avLst/>
          </a:prstGeom>
        </p:spPr>
        <p:txBody>
          <a:bodyPr vert="horz" lIns="0" tIns="0" rIns="0" bIns="0" rtlCol="0" anchor="ctr">
            <a:normAutofit/>
          </a:bodyPr>
          <a:lstStyle/>
          <a:p>
            <a:pPr>
              <a:lnSpc>
                <a:spcPct val="90000"/>
              </a:lnSpc>
              <a:spcBef>
                <a:spcPct val="0"/>
              </a:spcBef>
              <a:spcAft>
                <a:spcPts val="600"/>
              </a:spcAft>
            </a:pPr>
            <a:r>
              <a:rPr lang="en-US" sz="2700" b="1" cap="all" spc="700">
                <a:solidFill>
                  <a:schemeClr val="bg1"/>
                </a:solidFill>
                <a:latin typeface="+mj-lt"/>
                <a:ea typeface="+mj-ea"/>
                <a:cs typeface="+mj-cs"/>
              </a:rPr>
              <a:t>Analysis of Objective Questions</a:t>
            </a:r>
          </a:p>
        </p:txBody>
      </p:sp>
      <p:pic>
        <p:nvPicPr>
          <p:cNvPr id="2" name="Picture 1">
            <a:extLst>
              <a:ext uri="{FF2B5EF4-FFF2-40B4-BE49-F238E27FC236}">
                <a16:creationId xmlns:a16="http://schemas.microsoft.com/office/drawing/2014/main" id="{DCAB3E91-64D2-CC95-342A-94751C7400C7}"/>
              </a:ext>
            </a:extLst>
          </p:cNvPr>
          <p:cNvPicPr>
            <a:picLocks noChangeAspect="1"/>
          </p:cNvPicPr>
          <p:nvPr/>
        </p:nvPicPr>
        <p:blipFill>
          <a:blip r:embed="rId2"/>
          <a:srcRect b="7960"/>
          <a:stretch>
            <a:fillRect/>
          </a:stretch>
        </p:blipFill>
        <p:spPr bwMode="auto">
          <a:xfrm>
            <a:off x="1940256" y="421156"/>
            <a:ext cx="8311487" cy="2792207"/>
          </a:xfrm>
          <a:prstGeom prst="rect">
            <a:avLst/>
          </a:prstGeom>
        </p:spPr>
      </p:pic>
      <p:sp>
        <p:nvSpPr>
          <p:cNvPr id="6" name="TextBox 5">
            <a:extLst>
              <a:ext uri="{FF2B5EF4-FFF2-40B4-BE49-F238E27FC236}">
                <a16:creationId xmlns:a16="http://schemas.microsoft.com/office/drawing/2014/main" id="{F1A9B511-5567-AEB2-3149-03C8623574C7}"/>
              </a:ext>
            </a:extLst>
          </p:cNvPr>
          <p:cNvSpPr txBox="1"/>
          <p:nvPr/>
        </p:nvSpPr>
        <p:spPr>
          <a:xfrm>
            <a:off x="1940256" y="3428999"/>
            <a:ext cx="8311487" cy="1518859"/>
          </a:xfrm>
          <a:prstGeom prst="rect">
            <a:avLst/>
          </a:prstGeom>
        </p:spPr>
        <p:txBody>
          <a:bodyPr vert="horz" lIns="0" tIns="0" rIns="0" bIns="0" rtlCol="0">
            <a:normAutofit/>
          </a:bodyPr>
          <a:lstStyle/>
          <a:p>
            <a:pPr marL="63500" indent="-228600">
              <a:lnSpc>
                <a:spcPct val="120000"/>
              </a:lnSpc>
              <a:spcBef>
                <a:spcPts val="550"/>
              </a:spcBef>
              <a:spcAft>
                <a:spcPts val="350"/>
              </a:spcAft>
              <a:buFont typeface="Arial" panose="020B0604020202020204" pitchFamily="34" charset="0"/>
              <a:buChar char="•"/>
            </a:pPr>
            <a:r>
              <a:rPr lang="en-US" sz="1600">
                <a:effectLst/>
              </a:rPr>
              <a:t>Beyond generating the most revenue, the Consumer segment also converts sales into profit most efficiently — reinforcing it as the most strategically important segment for marketing and retention investment.</a:t>
            </a:r>
          </a:p>
        </p:txBody>
      </p:sp>
    </p:spTree>
    <p:extLst>
      <p:ext uri="{BB962C8B-B14F-4D97-AF65-F5344CB8AC3E}">
        <p14:creationId xmlns:p14="http://schemas.microsoft.com/office/powerpoint/2010/main" val="3886990957"/>
      </p:ext>
    </p:extLst>
  </p:cSld>
  <p:clrMapOvr>
    <a:masterClrMapping/>
  </p:clrMapOvr>
</p:sld>
</file>

<file path=ppt/theme/theme1.xml><?xml version="1.0" encoding="utf-8"?>
<a:theme xmlns:a="http://schemas.openxmlformats.org/drawingml/2006/main" name="GradientRiseVTI">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Avenir">
      <a:majorFont>
        <a:latin typeface="Gill Sans Nova"/>
        <a:ea typeface=""/>
        <a:cs typeface=""/>
      </a:majorFont>
      <a:minorFont>
        <a:latin typeface="Gill Sans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VTI" id="{C2FC082F-B444-4222-AF20-78444CCB5722}" vid="{39F213E4-0CBC-40CB-B3F6-8C5562B6B99A}"/>
    </a:ext>
  </a:extLst>
</a:theme>
</file>

<file path=docProps/app.xml><?xml version="1.0" encoding="utf-8"?>
<Properties xmlns="http://schemas.openxmlformats.org/officeDocument/2006/extended-properties" xmlns:vt="http://schemas.openxmlformats.org/officeDocument/2006/docPropsVTypes">
  <TotalTime>71</TotalTime>
  <Words>512</Words>
  <Application>Microsoft Office PowerPoint</Application>
  <PresentationFormat>Widescreen</PresentationFormat>
  <Paragraphs>43</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Gill Sans Nova</vt:lpstr>
      <vt:lpstr>GradientRiseVTI</vt:lpstr>
      <vt:lpstr>ECOMMERCE SALES ANALYSIS</vt:lpstr>
      <vt:lpstr>RECOMMEDATIONS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saurav kumar</dc:creator>
  <cp:lastModifiedBy>saurav kumar</cp:lastModifiedBy>
  <cp:revision>1</cp:revision>
  <dcterms:created xsi:type="dcterms:W3CDTF">2026-07-05T16:56:58Z</dcterms:created>
  <dcterms:modified xsi:type="dcterms:W3CDTF">2026-07-05T18:08:06Z</dcterms:modified>
</cp:coreProperties>
</file>